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24"/>
  </p:notesMasterIdLst>
  <p:sldIdLst>
    <p:sldId id="289" r:id="rId2"/>
    <p:sldId id="315" r:id="rId3"/>
    <p:sldId id="381" r:id="rId4"/>
    <p:sldId id="327" r:id="rId5"/>
    <p:sldId id="382" r:id="rId6"/>
    <p:sldId id="383" r:id="rId7"/>
    <p:sldId id="384" r:id="rId8"/>
    <p:sldId id="387" r:id="rId9"/>
    <p:sldId id="386" r:id="rId10"/>
    <p:sldId id="260" r:id="rId11"/>
    <p:sldId id="385" r:id="rId12"/>
    <p:sldId id="256" r:id="rId13"/>
    <p:sldId id="388" r:id="rId14"/>
    <p:sldId id="389" r:id="rId15"/>
    <p:sldId id="390" r:id="rId16"/>
    <p:sldId id="266" r:id="rId17"/>
    <p:sldId id="282" r:id="rId18"/>
    <p:sldId id="278" r:id="rId19"/>
    <p:sldId id="283" r:id="rId20"/>
    <p:sldId id="284" r:id="rId21"/>
    <p:sldId id="267" r:id="rId22"/>
    <p:sldId id="270" r:id="rId23"/>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21B597-4315-4888-B13E-221A5E5111BD}" v="535" dt="2025-01-10T16:31:39.734"/>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14" d="100"/>
          <a:sy n="114" d="100"/>
        </p:scale>
        <p:origin x="72" y="4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we Ricken" userId="f02567aecbed924b" providerId="LiveId" clId="{1521B597-4315-4888-B13E-221A5E5111BD}"/>
    <pc:docChg chg="undo custSel addSld delSld modSld sldOrd delMainMaster modMainMaster">
      <pc:chgData name="Uwe Ricken" userId="f02567aecbed924b" providerId="LiveId" clId="{1521B597-4315-4888-B13E-221A5E5111BD}" dt="2025-01-11T06:19:58.973" v="2759" actId="20577"/>
      <pc:docMkLst>
        <pc:docMk/>
      </pc:docMkLst>
      <pc:sldChg chg="modSp del">
        <pc:chgData name="Uwe Ricken" userId="f02567aecbed924b" providerId="LiveId" clId="{1521B597-4315-4888-B13E-221A5E5111BD}" dt="2025-01-09T10:07:28.946" v="63" actId="2696"/>
        <pc:sldMkLst>
          <pc:docMk/>
          <pc:sldMk cId="330019487" sldId="256"/>
        </pc:sldMkLst>
      </pc:sldChg>
      <pc:sldChg chg="modSp add mod ord modAnim">
        <pc:chgData name="Uwe Ricken" userId="f02567aecbed924b" providerId="LiveId" clId="{1521B597-4315-4888-B13E-221A5E5111BD}" dt="2025-01-10T11:18:34.313" v="2728" actId="20577"/>
        <pc:sldMkLst>
          <pc:docMk/>
          <pc:sldMk cId="570124611" sldId="256"/>
        </pc:sldMkLst>
        <pc:spChg chg="mod">
          <ac:chgData name="Uwe Ricken" userId="f02567aecbed924b" providerId="LiveId" clId="{1521B597-4315-4888-B13E-221A5E5111BD}" dt="2025-01-10T11:16:43.906" v="2718" actId="1035"/>
          <ac:spMkLst>
            <pc:docMk/>
            <pc:sldMk cId="570124611" sldId="256"/>
            <ac:spMk id="19" creationId="{6B425970-F31C-E193-2736-93E7B78FE357}"/>
          </ac:spMkLst>
        </pc:spChg>
        <pc:spChg chg="mod">
          <ac:chgData name="Uwe Ricken" userId="f02567aecbed924b" providerId="LiveId" clId="{1521B597-4315-4888-B13E-221A5E5111BD}" dt="2025-01-10T11:18:17.190" v="2721" actId="255"/>
          <ac:spMkLst>
            <pc:docMk/>
            <pc:sldMk cId="570124611" sldId="256"/>
            <ac:spMk id="20" creationId="{7C63A38B-942E-CB55-D437-4691E4D83882}"/>
          </ac:spMkLst>
        </pc:spChg>
        <pc:spChg chg="mod">
          <ac:chgData name="Uwe Ricken" userId="f02567aecbed924b" providerId="LiveId" clId="{1521B597-4315-4888-B13E-221A5E5111BD}" dt="2025-01-10T11:18:17.190" v="2721" actId="255"/>
          <ac:spMkLst>
            <pc:docMk/>
            <pc:sldMk cId="570124611" sldId="256"/>
            <ac:spMk id="24" creationId="{DF96F8F8-2877-E1EA-937D-335A75C92118}"/>
          </ac:spMkLst>
        </pc:spChg>
        <pc:spChg chg="mod">
          <ac:chgData name="Uwe Ricken" userId="f02567aecbed924b" providerId="LiveId" clId="{1521B597-4315-4888-B13E-221A5E5111BD}" dt="2025-01-10T11:18:34.313" v="2728" actId="20577"/>
          <ac:spMkLst>
            <pc:docMk/>
            <pc:sldMk cId="570124611" sldId="256"/>
            <ac:spMk id="26" creationId="{F4A8A769-5A57-0A40-15A8-2413758AA073}"/>
          </ac:spMkLst>
        </pc:spChg>
        <pc:spChg chg="mod">
          <ac:chgData name="Uwe Ricken" userId="f02567aecbed924b" providerId="LiveId" clId="{1521B597-4315-4888-B13E-221A5E5111BD}" dt="2025-01-10T11:18:26.672" v="2724" actId="20577"/>
          <ac:spMkLst>
            <pc:docMk/>
            <pc:sldMk cId="570124611" sldId="256"/>
            <ac:spMk id="27" creationId="{28C3D6A7-C661-FBDF-C255-18ADCE01499A}"/>
          </ac:spMkLst>
        </pc:spChg>
        <pc:spChg chg="mod">
          <ac:chgData name="Uwe Ricken" userId="f02567aecbed924b" providerId="LiveId" clId="{1521B597-4315-4888-B13E-221A5E5111BD}" dt="2025-01-10T11:18:30.484" v="2727" actId="20577"/>
          <ac:spMkLst>
            <pc:docMk/>
            <pc:sldMk cId="570124611" sldId="256"/>
            <ac:spMk id="28" creationId="{E33265A0-7B11-7805-2079-704C900A1B0C}"/>
          </ac:spMkLst>
        </pc:spChg>
        <pc:spChg chg="mod">
          <ac:chgData name="Uwe Ricken" userId="f02567aecbed924b" providerId="LiveId" clId="{1521B597-4315-4888-B13E-221A5E5111BD}" dt="2025-01-10T11:10:20.928" v="2697" actId="20577"/>
          <ac:spMkLst>
            <pc:docMk/>
            <pc:sldMk cId="570124611" sldId="256"/>
            <ac:spMk id="29" creationId="{9DADB14F-6233-A138-61EB-A1D1A6F01531}"/>
          </ac:spMkLst>
        </pc:spChg>
        <pc:spChg chg="mod">
          <ac:chgData name="Uwe Ricken" userId="f02567aecbed924b" providerId="LiveId" clId="{1521B597-4315-4888-B13E-221A5E5111BD}" dt="2025-01-10T11:18:22.983" v="2723" actId="20577"/>
          <ac:spMkLst>
            <pc:docMk/>
            <pc:sldMk cId="570124611" sldId="256"/>
            <ac:spMk id="42" creationId="{170EC4FA-1619-56F8-5AE1-88CDDFDC3B04}"/>
          </ac:spMkLst>
        </pc:spChg>
      </pc:sldChg>
      <pc:sldChg chg="addSp delSp modSp mod ord modClrScheme modAnim chgLayout">
        <pc:chgData name="Uwe Ricken" userId="f02567aecbed924b" providerId="LiveId" clId="{1521B597-4315-4888-B13E-221A5E5111BD}" dt="2025-01-09T12:23:39.283" v="1808" actId="20577"/>
        <pc:sldMkLst>
          <pc:docMk/>
          <pc:sldMk cId="291459474" sldId="260"/>
        </pc:sldMkLst>
        <pc:spChg chg="mod ord">
          <ac:chgData name="Uwe Ricken" userId="f02567aecbed924b" providerId="LiveId" clId="{1521B597-4315-4888-B13E-221A5E5111BD}" dt="2025-01-09T10:40:50.095" v="1104" actId="700"/>
          <ac:spMkLst>
            <pc:docMk/>
            <pc:sldMk cId="291459474" sldId="260"/>
            <ac:spMk id="2" creationId="{00000000-0000-0000-0000-000000000000}"/>
          </ac:spMkLst>
        </pc:spChg>
        <pc:spChg chg="mod ord">
          <ac:chgData name="Uwe Ricken" userId="f02567aecbed924b" providerId="LiveId" clId="{1521B597-4315-4888-B13E-221A5E5111BD}" dt="2025-01-09T12:23:39.283" v="1808" actId="20577"/>
          <ac:spMkLst>
            <pc:docMk/>
            <pc:sldMk cId="291459474" sldId="260"/>
            <ac:spMk id="3" creationId="{00000000-0000-0000-0000-000000000000}"/>
          </ac:spMkLst>
        </pc:spChg>
        <pc:spChg chg="add mod">
          <ac:chgData name="Uwe Ricken" userId="f02567aecbed924b" providerId="LiveId" clId="{1521B597-4315-4888-B13E-221A5E5111BD}" dt="2025-01-09T10:47:24.502" v="1235" actId="14100"/>
          <ac:spMkLst>
            <pc:docMk/>
            <pc:sldMk cId="291459474" sldId="260"/>
            <ac:spMk id="9" creationId="{D5FEC504-6DA8-7D82-CB80-8ED43E6A562D}"/>
          </ac:spMkLst>
        </pc:spChg>
        <pc:picChg chg="add mod ord">
          <ac:chgData name="Uwe Ricken" userId="f02567aecbed924b" providerId="LiveId" clId="{1521B597-4315-4888-B13E-221A5E5111BD}" dt="2025-01-09T10:45:35.099" v="1224" actId="1440"/>
          <ac:picMkLst>
            <pc:docMk/>
            <pc:sldMk cId="291459474" sldId="260"/>
            <ac:picMk id="8" creationId="{ADF3E150-75E5-2CC6-7ABB-7DFCE6D98B7A}"/>
          </ac:picMkLst>
        </pc:picChg>
      </pc:sldChg>
      <pc:sldChg chg="modSp del">
        <pc:chgData name="Uwe Ricken" userId="f02567aecbed924b" providerId="LiveId" clId="{1521B597-4315-4888-B13E-221A5E5111BD}" dt="2025-01-09T14:31:47.731" v="1878" actId="2696"/>
        <pc:sldMkLst>
          <pc:docMk/>
          <pc:sldMk cId="2057959970" sldId="262"/>
        </pc:sldMkLst>
      </pc:sldChg>
      <pc:sldChg chg="modSp del">
        <pc:chgData name="Uwe Ricken" userId="f02567aecbed924b" providerId="LiveId" clId="{1521B597-4315-4888-B13E-221A5E5111BD}" dt="2025-01-09T14:32:03.408" v="1879" actId="2696"/>
        <pc:sldMkLst>
          <pc:docMk/>
          <pc:sldMk cId="1728595976" sldId="263"/>
        </pc:sldMkLst>
      </pc:sldChg>
      <pc:sldChg chg="modSp del">
        <pc:chgData name="Uwe Ricken" userId="f02567aecbed924b" providerId="LiveId" clId="{1521B597-4315-4888-B13E-221A5E5111BD}" dt="2025-01-10T10:35:14.853" v="2688" actId="47"/>
        <pc:sldMkLst>
          <pc:docMk/>
          <pc:sldMk cId="4083235288" sldId="264"/>
        </pc:sldMkLst>
      </pc:sldChg>
      <pc:sldChg chg="modSp del mod">
        <pc:chgData name="Uwe Ricken" userId="f02567aecbed924b" providerId="LiveId" clId="{1521B597-4315-4888-B13E-221A5E5111BD}" dt="2025-01-10T06:58:48.492" v="2659" actId="2696"/>
        <pc:sldMkLst>
          <pc:docMk/>
          <pc:sldMk cId="3583500562" sldId="265"/>
        </pc:sldMkLst>
        <pc:picChg chg="mod">
          <ac:chgData name="Uwe Ricken" userId="f02567aecbed924b" providerId="LiveId" clId="{1521B597-4315-4888-B13E-221A5E5111BD}" dt="2025-01-10T06:28:57.581" v="2534" actId="1076"/>
          <ac:picMkLst>
            <pc:docMk/>
            <pc:sldMk cId="3583500562" sldId="265"/>
            <ac:picMk id="5" creationId="{00000000-0000-0000-0000-000000000000}"/>
          </ac:picMkLst>
        </pc:picChg>
      </pc:sldChg>
      <pc:sldChg chg="addSp delSp modSp mod modClrScheme chgLayout">
        <pc:chgData name="Uwe Ricken" userId="f02567aecbed924b" providerId="LiveId" clId="{1521B597-4315-4888-B13E-221A5E5111BD}" dt="2025-01-10T11:20:42.358" v="2731" actId="700"/>
        <pc:sldMkLst>
          <pc:docMk/>
          <pc:sldMk cId="600213617" sldId="266"/>
        </pc:sldMkLst>
        <pc:spChg chg="mod ord">
          <ac:chgData name="Uwe Ricken" userId="f02567aecbed924b" providerId="LiveId" clId="{1521B597-4315-4888-B13E-221A5E5111BD}" dt="2025-01-10T11:20:42.358" v="2731" actId="700"/>
          <ac:spMkLst>
            <pc:docMk/>
            <pc:sldMk cId="600213617" sldId="266"/>
            <ac:spMk id="2" creationId="{00000000-0000-0000-0000-000000000000}"/>
          </ac:spMkLst>
        </pc:spChg>
        <pc:spChg chg="mod ord">
          <ac:chgData name="Uwe Ricken" userId="f02567aecbed924b" providerId="LiveId" clId="{1521B597-4315-4888-B13E-221A5E5111BD}" dt="2025-01-10T11:20:42.358" v="2731" actId="700"/>
          <ac:spMkLst>
            <pc:docMk/>
            <pc:sldMk cId="600213617" sldId="266"/>
            <ac:spMk id="3" creationId="{00000000-0000-0000-0000-000000000000}"/>
          </ac:spMkLst>
        </pc:spChg>
        <pc:spChg chg="add mod ord">
          <ac:chgData name="Uwe Ricken" userId="f02567aecbed924b" providerId="LiveId" clId="{1521B597-4315-4888-B13E-221A5E5111BD}" dt="2025-01-10T11:20:42.358" v="2731" actId="700"/>
          <ac:spMkLst>
            <pc:docMk/>
            <pc:sldMk cId="600213617" sldId="266"/>
            <ac:spMk id="5" creationId="{01DA5265-1221-6FE3-484F-9CDC66674A4E}"/>
          </ac:spMkLst>
        </pc:spChg>
        <pc:picChg chg="del">
          <ac:chgData name="Uwe Ricken" userId="f02567aecbed924b" providerId="LiveId" clId="{1521B597-4315-4888-B13E-221A5E5111BD}" dt="2025-01-10T11:20:34.689" v="2730" actId="478"/>
          <ac:picMkLst>
            <pc:docMk/>
            <pc:sldMk cId="600213617" sldId="266"/>
            <ac:picMk id="4" creationId="{00000000-0000-0000-0000-000000000000}"/>
          </ac:picMkLst>
        </pc:picChg>
      </pc:sldChg>
      <pc:sldChg chg="modSp">
        <pc:chgData name="Uwe Ricken" userId="f02567aecbed924b" providerId="LiveId" clId="{1521B597-4315-4888-B13E-221A5E5111BD}" dt="2025-01-09T10:06:50.500" v="59"/>
        <pc:sldMkLst>
          <pc:docMk/>
          <pc:sldMk cId="766496067" sldId="267"/>
        </pc:sldMkLst>
        <pc:spChg chg="mod">
          <ac:chgData name="Uwe Ricken" userId="f02567aecbed924b" providerId="LiveId" clId="{1521B597-4315-4888-B13E-221A5E5111BD}" dt="2025-01-09T10:06:50.500" v="59"/>
          <ac:spMkLst>
            <pc:docMk/>
            <pc:sldMk cId="766496067" sldId="267"/>
            <ac:spMk id="2" creationId="{00000000-0000-0000-0000-000000000000}"/>
          </ac:spMkLst>
        </pc:spChg>
        <pc:spChg chg="mod">
          <ac:chgData name="Uwe Ricken" userId="f02567aecbed924b" providerId="LiveId" clId="{1521B597-4315-4888-B13E-221A5E5111BD}" dt="2025-01-09T10:06:50.500" v="59"/>
          <ac:spMkLst>
            <pc:docMk/>
            <pc:sldMk cId="766496067" sldId="267"/>
            <ac:spMk id="3" creationId="{00000000-0000-0000-0000-000000000000}"/>
          </ac:spMkLst>
        </pc:spChg>
      </pc:sldChg>
      <pc:sldChg chg="modSp del">
        <pc:chgData name="Uwe Ricken" userId="f02567aecbed924b" providerId="LiveId" clId="{1521B597-4315-4888-B13E-221A5E5111BD}" dt="2025-01-10T08:58:04.215" v="2663" actId="47"/>
        <pc:sldMkLst>
          <pc:docMk/>
          <pc:sldMk cId="425690725" sldId="269"/>
        </pc:sldMkLst>
      </pc:sldChg>
      <pc:sldChg chg="modSp">
        <pc:chgData name="Uwe Ricken" userId="f02567aecbed924b" providerId="LiveId" clId="{1521B597-4315-4888-B13E-221A5E5111BD}" dt="2025-01-09T10:06:50.500" v="59"/>
        <pc:sldMkLst>
          <pc:docMk/>
          <pc:sldMk cId="262823617" sldId="270"/>
        </pc:sldMkLst>
        <pc:spChg chg="mod">
          <ac:chgData name="Uwe Ricken" userId="f02567aecbed924b" providerId="LiveId" clId="{1521B597-4315-4888-B13E-221A5E5111BD}" dt="2025-01-09T10:06:50.500" v="59"/>
          <ac:spMkLst>
            <pc:docMk/>
            <pc:sldMk cId="262823617" sldId="270"/>
            <ac:spMk id="8194" creationId="{00000000-0000-0000-0000-000000000000}"/>
          </ac:spMkLst>
        </pc:spChg>
        <pc:spChg chg="mod">
          <ac:chgData name="Uwe Ricken" userId="f02567aecbed924b" providerId="LiveId" clId="{1521B597-4315-4888-B13E-221A5E5111BD}" dt="2025-01-09T10:06:50.500" v="59"/>
          <ac:spMkLst>
            <pc:docMk/>
            <pc:sldMk cId="262823617" sldId="270"/>
            <ac:spMk id="8195" creationId="{00000000-0000-0000-0000-000000000000}"/>
          </ac:spMkLst>
        </pc:spChg>
      </pc:sldChg>
      <pc:sldChg chg="del">
        <pc:chgData name="Uwe Ricken" userId="f02567aecbed924b" providerId="LiveId" clId="{1521B597-4315-4888-B13E-221A5E5111BD}" dt="2025-01-09T10:08:12.303" v="64" actId="2696"/>
        <pc:sldMkLst>
          <pc:docMk/>
          <pc:sldMk cId="980246740" sldId="273"/>
        </pc:sldMkLst>
      </pc:sldChg>
      <pc:sldChg chg="modSp del mod">
        <pc:chgData name="Uwe Ricken" userId="f02567aecbed924b" providerId="LiveId" clId="{1521B597-4315-4888-B13E-221A5E5111BD}" dt="2025-01-09T10:07:00.228" v="60" actId="2696"/>
        <pc:sldMkLst>
          <pc:docMk/>
          <pc:sldMk cId="2959763563" sldId="274"/>
        </pc:sldMkLst>
      </pc:sldChg>
      <pc:sldChg chg="modSp del">
        <pc:chgData name="Uwe Ricken" userId="f02567aecbed924b" providerId="LiveId" clId="{1521B597-4315-4888-B13E-221A5E5111BD}" dt="2025-01-10T08:58:00.572" v="2662" actId="47"/>
        <pc:sldMkLst>
          <pc:docMk/>
          <pc:sldMk cId="2528985596" sldId="275"/>
        </pc:sldMkLst>
      </pc:sldChg>
      <pc:sldChg chg="modSp del">
        <pc:chgData name="Uwe Ricken" userId="f02567aecbed924b" providerId="LiveId" clId="{1521B597-4315-4888-B13E-221A5E5111BD}" dt="2025-01-09T14:31:27.297" v="1877" actId="2696"/>
        <pc:sldMkLst>
          <pc:docMk/>
          <pc:sldMk cId="4152523933" sldId="277"/>
        </pc:sldMkLst>
      </pc:sldChg>
      <pc:sldChg chg="modSp">
        <pc:chgData name="Uwe Ricken" userId="f02567aecbed924b" providerId="LiveId" clId="{1521B597-4315-4888-B13E-221A5E5111BD}" dt="2025-01-09T10:06:50.500" v="59"/>
        <pc:sldMkLst>
          <pc:docMk/>
          <pc:sldMk cId="956710370" sldId="278"/>
        </pc:sldMkLst>
        <pc:spChg chg="mod">
          <ac:chgData name="Uwe Ricken" userId="f02567aecbed924b" providerId="LiveId" clId="{1521B597-4315-4888-B13E-221A5E5111BD}" dt="2025-01-09T10:06:50.500" v="59"/>
          <ac:spMkLst>
            <pc:docMk/>
            <pc:sldMk cId="956710370" sldId="278"/>
            <ac:spMk id="2" creationId="{00000000-0000-0000-0000-000000000000}"/>
          </ac:spMkLst>
        </pc:spChg>
        <pc:spChg chg="mod">
          <ac:chgData name="Uwe Ricken" userId="f02567aecbed924b" providerId="LiveId" clId="{1521B597-4315-4888-B13E-221A5E5111BD}" dt="2025-01-09T10:06:50.500" v="59"/>
          <ac:spMkLst>
            <pc:docMk/>
            <pc:sldMk cId="956710370" sldId="278"/>
            <ac:spMk id="3" creationId="{00000000-0000-0000-0000-000000000000}"/>
          </ac:spMkLst>
        </pc:spChg>
      </pc:sldChg>
      <pc:sldChg chg="modSp del">
        <pc:chgData name="Uwe Ricken" userId="f02567aecbed924b" providerId="LiveId" clId="{1521B597-4315-4888-B13E-221A5E5111BD}" dt="2025-01-09T12:04:48.101" v="1480" actId="2696"/>
        <pc:sldMkLst>
          <pc:docMk/>
          <pc:sldMk cId="434869655" sldId="281"/>
        </pc:sldMkLst>
      </pc:sldChg>
      <pc:sldChg chg="modSp">
        <pc:chgData name="Uwe Ricken" userId="f02567aecbed924b" providerId="LiveId" clId="{1521B597-4315-4888-B13E-221A5E5111BD}" dt="2025-01-09T10:06:50.500" v="59"/>
        <pc:sldMkLst>
          <pc:docMk/>
          <pc:sldMk cId="470343384" sldId="282"/>
        </pc:sldMkLst>
        <pc:spChg chg="mod">
          <ac:chgData name="Uwe Ricken" userId="f02567aecbed924b" providerId="LiveId" clId="{1521B597-4315-4888-B13E-221A5E5111BD}" dt="2025-01-09T10:06:50.500" v="59"/>
          <ac:spMkLst>
            <pc:docMk/>
            <pc:sldMk cId="470343384" sldId="282"/>
            <ac:spMk id="2" creationId="{00000000-0000-0000-0000-000000000000}"/>
          </ac:spMkLst>
        </pc:spChg>
        <pc:spChg chg="mod">
          <ac:chgData name="Uwe Ricken" userId="f02567aecbed924b" providerId="LiveId" clId="{1521B597-4315-4888-B13E-221A5E5111BD}" dt="2025-01-09T10:06:50.500" v="59"/>
          <ac:spMkLst>
            <pc:docMk/>
            <pc:sldMk cId="470343384" sldId="282"/>
            <ac:spMk id="3" creationId="{00000000-0000-0000-0000-000000000000}"/>
          </ac:spMkLst>
        </pc:spChg>
      </pc:sldChg>
      <pc:sldChg chg="modSp">
        <pc:chgData name="Uwe Ricken" userId="f02567aecbed924b" providerId="LiveId" clId="{1521B597-4315-4888-B13E-221A5E5111BD}" dt="2025-01-09T10:06:50.500" v="59"/>
        <pc:sldMkLst>
          <pc:docMk/>
          <pc:sldMk cId="1653972391" sldId="283"/>
        </pc:sldMkLst>
        <pc:spChg chg="mod">
          <ac:chgData name="Uwe Ricken" userId="f02567aecbed924b" providerId="LiveId" clId="{1521B597-4315-4888-B13E-221A5E5111BD}" dt="2025-01-09T10:06:50.500" v="59"/>
          <ac:spMkLst>
            <pc:docMk/>
            <pc:sldMk cId="1653972391" sldId="283"/>
            <ac:spMk id="2" creationId="{00000000-0000-0000-0000-000000000000}"/>
          </ac:spMkLst>
        </pc:spChg>
        <pc:spChg chg="mod">
          <ac:chgData name="Uwe Ricken" userId="f02567aecbed924b" providerId="LiveId" clId="{1521B597-4315-4888-B13E-221A5E5111BD}" dt="2025-01-09T10:06:50.500" v="59"/>
          <ac:spMkLst>
            <pc:docMk/>
            <pc:sldMk cId="1653972391" sldId="283"/>
            <ac:spMk id="3" creationId="{00000000-0000-0000-0000-000000000000}"/>
          </ac:spMkLst>
        </pc:spChg>
      </pc:sldChg>
      <pc:sldChg chg="modSp">
        <pc:chgData name="Uwe Ricken" userId="f02567aecbed924b" providerId="LiveId" clId="{1521B597-4315-4888-B13E-221A5E5111BD}" dt="2025-01-09T10:06:50.500" v="59"/>
        <pc:sldMkLst>
          <pc:docMk/>
          <pc:sldMk cId="1896475819" sldId="284"/>
        </pc:sldMkLst>
        <pc:spChg chg="mod">
          <ac:chgData name="Uwe Ricken" userId="f02567aecbed924b" providerId="LiveId" clId="{1521B597-4315-4888-B13E-221A5E5111BD}" dt="2025-01-09T10:06:50.500" v="59"/>
          <ac:spMkLst>
            <pc:docMk/>
            <pc:sldMk cId="1896475819" sldId="284"/>
            <ac:spMk id="2" creationId="{00000000-0000-0000-0000-000000000000}"/>
          </ac:spMkLst>
        </pc:spChg>
        <pc:spChg chg="mod">
          <ac:chgData name="Uwe Ricken" userId="f02567aecbed924b" providerId="LiveId" clId="{1521B597-4315-4888-B13E-221A5E5111BD}" dt="2025-01-09T10:06:50.500" v="59"/>
          <ac:spMkLst>
            <pc:docMk/>
            <pc:sldMk cId="1896475819" sldId="284"/>
            <ac:spMk id="3" creationId="{00000000-0000-0000-0000-000000000000}"/>
          </ac:spMkLst>
        </pc:spChg>
      </pc:sldChg>
      <pc:sldChg chg="del">
        <pc:chgData name="Uwe Ricken" userId="f02567aecbed924b" providerId="LiveId" clId="{1521B597-4315-4888-B13E-221A5E5111BD}" dt="2025-01-09T10:08:15.606" v="65" actId="2696"/>
        <pc:sldMkLst>
          <pc:docMk/>
          <pc:sldMk cId="1587690466" sldId="286"/>
        </pc:sldMkLst>
      </pc:sldChg>
      <pc:sldChg chg="modSp del">
        <pc:chgData name="Uwe Ricken" userId="f02567aecbed924b" providerId="LiveId" clId="{1521B597-4315-4888-B13E-221A5E5111BD}" dt="2025-01-09T10:07:16.226" v="62" actId="2696"/>
        <pc:sldMkLst>
          <pc:docMk/>
          <pc:sldMk cId="2207525375" sldId="287"/>
        </pc:sldMkLst>
      </pc:sldChg>
      <pc:sldChg chg="del">
        <pc:chgData name="Uwe Ricken" userId="f02567aecbed924b" providerId="LiveId" clId="{1521B597-4315-4888-B13E-221A5E5111BD}" dt="2025-01-09T10:07:10.708" v="61" actId="2696"/>
        <pc:sldMkLst>
          <pc:docMk/>
          <pc:sldMk cId="0" sldId="288"/>
        </pc:sldMkLst>
      </pc:sldChg>
      <pc:sldChg chg="modSp mod">
        <pc:chgData name="Uwe Ricken" userId="f02567aecbed924b" providerId="LiveId" clId="{1521B597-4315-4888-B13E-221A5E5111BD}" dt="2025-01-09T10:06:50.500" v="59"/>
        <pc:sldMkLst>
          <pc:docMk/>
          <pc:sldMk cId="1614993614" sldId="289"/>
        </pc:sldMkLst>
        <pc:spChg chg="mod">
          <ac:chgData name="Uwe Ricken" userId="f02567aecbed924b" providerId="LiveId" clId="{1521B597-4315-4888-B13E-221A5E5111BD}" dt="2025-01-09T10:06:50.500" v="59"/>
          <ac:spMkLst>
            <pc:docMk/>
            <pc:sldMk cId="1614993614" sldId="289"/>
            <ac:spMk id="2" creationId="{00000000-0000-0000-0000-000000000000}"/>
          </ac:spMkLst>
        </pc:spChg>
        <pc:spChg chg="mod">
          <ac:chgData name="Uwe Ricken" userId="f02567aecbed924b" providerId="LiveId" clId="{1521B597-4315-4888-B13E-221A5E5111BD}" dt="2025-01-09T10:06:50.500" v="59"/>
          <ac:spMkLst>
            <pc:docMk/>
            <pc:sldMk cId="1614993614" sldId="289"/>
            <ac:spMk id="3" creationId="{00000000-0000-0000-0000-000000000000}"/>
          </ac:spMkLst>
        </pc:spChg>
      </pc:sldChg>
      <pc:sldChg chg="modSp mod">
        <pc:chgData name="Uwe Ricken" userId="f02567aecbed924b" providerId="LiveId" clId="{1521B597-4315-4888-B13E-221A5E5111BD}" dt="2025-01-09T10:08:52.095" v="70" actId="27636"/>
        <pc:sldMkLst>
          <pc:docMk/>
          <pc:sldMk cId="1252969730" sldId="315"/>
        </pc:sldMkLst>
        <pc:spChg chg="mod">
          <ac:chgData name="Uwe Ricken" userId="f02567aecbed924b" providerId="LiveId" clId="{1521B597-4315-4888-B13E-221A5E5111BD}" dt="2025-01-09T10:06:50.500" v="59"/>
          <ac:spMkLst>
            <pc:docMk/>
            <pc:sldMk cId="1252969730" sldId="315"/>
            <ac:spMk id="2" creationId="{2AA66F59-B715-4CE2-83DF-6D035DD595FA}"/>
          </ac:spMkLst>
        </pc:spChg>
        <pc:spChg chg="mod">
          <ac:chgData name="Uwe Ricken" userId="f02567aecbed924b" providerId="LiveId" clId="{1521B597-4315-4888-B13E-221A5E5111BD}" dt="2025-01-09T10:08:52.095" v="70" actId="27636"/>
          <ac:spMkLst>
            <pc:docMk/>
            <pc:sldMk cId="1252969730" sldId="315"/>
            <ac:spMk id="3" creationId="{32727BD7-7924-41DC-BF8D-0990B5F36E59}"/>
          </ac:spMkLst>
        </pc:spChg>
      </pc:sldChg>
      <pc:sldChg chg="addSp delSp modSp mod chgLayout">
        <pc:chgData name="Uwe Ricken" userId="f02567aecbed924b" providerId="LiveId" clId="{1521B597-4315-4888-B13E-221A5E5111BD}" dt="2025-01-09T10:12:34.963" v="386" actId="20577"/>
        <pc:sldMkLst>
          <pc:docMk/>
          <pc:sldMk cId="4195874464" sldId="327"/>
        </pc:sldMkLst>
        <pc:spChg chg="add mod ord">
          <ac:chgData name="Uwe Ricken" userId="f02567aecbed924b" providerId="LiveId" clId="{1521B597-4315-4888-B13E-221A5E5111BD}" dt="2025-01-09T10:12:34.963" v="386" actId="20577"/>
          <ac:spMkLst>
            <pc:docMk/>
            <pc:sldMk cId="4195874464" sldId="327"/>
            <ac:spMk id="3" creationId="{D039EC48-D5A1-6687-BCD0-F8A1809B74DD}"/>
          </ac:spMkLst>
        </pc:spChg>
        <pc:spChg chg="mod ord">
          <ac:chgData name="Uwe Ricken" userId="f02567aecbed924b" providerId="LiveId" clId="{1521B597-4315-4888-B13E-221A5E5111BD}" dt="2025-01-09T10:10:32.598" v="72" actId="6264"/>
          <ac:spMkLst>
            <pc:docMk/>
            <pc:sldMk cId="4195874464" sldId="327"/>
            <ac:spMk id="5" creationId="{99AE4D88-466F-4BA6-917F-396AC585B663}"/>
          </ac:spMkLst>
        </pc:spChg>
      </pc:sldChg>
      <pc:sldChg chg="modSp">
        <pc:chgData name="Uwe Ricken" userId="f02567aecbed924b" providerId="LiveId" clId="{1521B597-4315-4888-B13E-221A5E5111BD}" dt="2025-01-09T10:06:50.500" v="59"/>
        <pc:sldMkLst>
          <pc:docMk/>
          <pc:sldMk cId="1681187469" sldId="381"/>
        </pc:sldMkLst>
        <pc:spChg chg="mod">
          <ac:chgData name="Uwe Ricken" userId="f02567aecbed924b" providerId="LiveId" clId="{1521B597-4315-4888-B13E-221A5E5111BD}" dt="2025-01-09T10:06:50.500" v="59"/>
          <ac:spMkLst>
            <pc:docMk/>
            <pc:sldMk cId="1681187469" sldId="381"/>
            <ac:spMk id="2" creationId="{00000000-0000-0000-0000-000000000000}"/>
          </ac:spMkLst>
        </pc:spChg>
        <pc:spChg chg="mod">
          <ac:chgData name="Uwe Ricken" userId="f02567aecbed924b" providerId="LiveId" clId="{1521B597-4315-4888-B13E-221A5E5111BD}" dt="2025-01-09T10:06:50.500" v="59"/>
          <ac:spMkLst>
            <pc:docMk/>
            <pc:sldMk cId="1681187469" sldId="381"/>
            <ac:spMk id="4" creationId="{00000000-0000-0000-0000-000000000000}"/>
          </ac:spMkLst>
        </pc:spChg>
        <pc:spChg chg="mod">
          <ac:chgData name="Uwe Ricken" userId="f02567aecbed924b" providerId="LiveId" clId="{1521B597-4315-4888-B13E-221A5E5111BD}" dt="2025-01-09T10:06:50.500" v="59"/>
          <ac:spMkLst>
            <pc:docMk/>
            <pc:sldMk cId="1681187469" sldId="381"/>
            <ac:spMk id="6" creationId="{00000000-0000-0000-0000-000000000000}"/>
          </ac:spMkLst>
        </pc:spChg>
      </pc:sldChg>
      <pc:sldChg chg="addSp delSp modSp new mod modClrScheme chgLayout">
        <pc:chgData name="Uwe Ricken" userId="f02567aecbed924b" providerId="LiveId" clId="{1521B597-4315-4888-B13E-221A5E5111BD}" dt="2025-01-09T10:14:12.487" v="453" actId="20577"/>
        <pc:sldMkLst>
          <pc:docMk/>
          <pc:sldMk cId="2616509706" sldId="382"/>
        </pc:sldMkLst>
        <pc:spChg chg="add mod ord">
          <ac:chgData name="Uwe Ricken" userId="f02567aecbed924b" providerId="LiveId" clId="{1521B597-4315-4888-B13E-221A5E5111BD}" dt="2025-01-09T10:13:26.340" v="389"/>
          <ac:spMkLst>
            <pc:docMk/>
            <pc:sldMk cId="2616509706" sldId="382"/>
            <ac:spMk id="4" creationId="{573BC3B8-E0FA-9978-968C-4DF3D5935182}"/>
          </ac:spMkLst>
        </pc:spChg>
        <pc:spChg chg="add mod ord">
          <ac:chgData name="Uwe Ricken" userId="f02567aecbed924b" providerId="LiveId" clId="{1521B597-4315-4888-B13E-221A5E5111BD}" dt="2025-01-09T10:14:12.487" v="453" actId="20577"/>
          <ac:spMkLst>
            <pc:docMk/>
            <pc:sldMk cId="2616509706" sldId="382"/>
            <ac:spMk id="5" creationId="{7A966386-F691-1717-E17A-B0E096131831}"/>
          </ac:spMkLst>
        </pc:spChg>
      </pc:sldChg>
      <pc:sldChg chg="addSp delSp modSp new mod modClrScheme modAnim chgLayout">
        <pc:chgData name="Uwe Ricken" userId="f02567aecbed924b" providerId="LiveId" clId="{1521B597-4315-4888-B13E-221A5E5111BD}" dt="2025-01-09T12:22:03.878" v="1803" actId="20577"/>
        <pc:sldMkLst>
          <pc:docMk/>
          <pc:sldMk cId="4061892396" sldId="383"/>
        </pc:sldMkLst>
        <pc:spChg chg="mod ord">
          <ac:chgData name="Uwe Ricken" userId="f02567aecbed924b" providerId="LiveId" clId="{1521B597-4315-4888-B13E-221A5E5111BD}" dt="2025-01-09T10:20:07.246" v="783" actId="700"/>
          <ac:spMkLst>
            <pc:docMk/>
            <pc:sldMk cId="4061892396" sldId="383"/>
            <ac:spMk id="2" creationId="{C1D0AEF7-5F90-1595-1B28-517C445A7FDA}"/>
          </ac:spMkLst>
        </pc:spChg>
        <pc:spChg chg="mod ord">
          <ac:chgData name="Uwe Ricken" userId="f02567aecbed924b" providerId="LiveId" clId="{1521B597-4315-4888-B13E-221A5E5111BD}" dt="2025-01-09T12:22:03.878" v="1803" actId="20577"/>
          <ac:spMkLst>
            <pc:docMk/>
            <pc:sldMk cId="4061892396" sldId="383"/>
            <ac:spMk id="3" creationId="{3DA48978-552F-48AE-AD05-AF6D9228DF27}"/>
          </ac:spMkLst>
        </pc:spChg>
        <pc:picChg chg="add mod">
          <ac:chgData name="Uwe Ricken" userId="f02567aecbed924b" providerId="LiveId" clId="{1521B597-4315-4888-B13E-221A5E5111BD}" dt="2025-01-09T10:25:46.570" v="811" actId="1440"/>
          <ac:picMkLst>
            <pc:docMk/>
            <pc:sldMk cId="4061892396" sldId="383"/>
            <ac:picMk id="6" creationId="{025F2CD1-CB55-128C-78CC-1F59E74F36DD}"/>
          </ac:picMkLst>
        </pc:picChg>
        <pc:picChg chg="add mod">
          <ac:chgData name="Uwe Ricken" userId="f02567aecbed924b" providerId="LiveId" clId="{1521B597-4315-4888-B13E-221A5E5111BD}" dt="2025-01-09T10:28:13.824" v="826" actId="1076"/>
          <ac:picMkLst>
            <pc:docMk/>
            <pc:sldMk cId="4061892396" sldId="383"/>
            <ac:picMk id="8" creationId="{81AEC6BE-3822-9194-E5E9-DF189FF43AD7}"/>
          </ac:picMkLst>
        </pc:picChg>
      </pc:sldChg>
      <pc:sldChg chg="modSp add mod ord">
        <pc:chgData name="Uwe Ricken" userId="f02567aecbed924b" providerId="LiveId" clId="{1521B597-4315-4888-B13E-221A5E5111BD}" dt="2025-01-09T12:05:21.571" v="1498" actId="20577"/>
        <pc:sldMkLst>
          <pc:docMk/>
          <pc:sldMk cId="2825236523" sldId="384"/>
        </pc:sldMkLst>
        <pc:spChg chg="mod">
          <ac:chgData name="Uwe Ricken" userId="f02567aecbed924b" providerId="LiveId" clId="{1521B597-4315-4888-B13E-221A5E5111BD}" dt="2025-01-09T12:05:21.571" v="1498" actId="20577"/>
          <ac:spMkLst>
            <pc:docMk/>
            <pc:sldMk cId="2825236523" sldId="384"/>
            <ac:spMk id="4" creationId="{C5E18CF4-8477-36D0-09C8-BF138E8EE9FA}"/>
          </ac:spMkLst>
        </pc:spChg>
        <pc:spChg chg="mod">
          <ac:chgData name="Uwe Ricken" userId="f02567aecbed924b" providerId="LiveId" clId="{1521B597-4315-4888-B13E-221A5E5111BD}" dt="2025-01-09T10:38:58.868" v="1040" actId="20577"/>
          <ac:spMkLst>
            <pc:docMk/>
            <pc:sldMk cId="2825236523" sldId="384"/>
            <ac:spMk id="5" creationId="{D215976E-87D1-180E-DBB7-AB0BFE56F2BB}"/>
          </ac:spMkLst>
        </pc:spChg>
      </pc:sldChg>
      <pc:sldChg chg="addSp delSp modSp new mod modAnim">
        <pc:chgData name="Uwe Ricken" userId="f02567aecbed924b" providerId="LiveId" clId="{1521B597-4315-4888-B13E-221A5E5111BD}" dt="2025-01-09T12:15:42.501" v="1749" actId="1076"/>
        <pc:sldMkLst>
          <pc:docMk/>
          <pc:sldMk cId="2254271426" sldId="385"/>
        </pc:sldMkLst>
        <pc:spChg chg="mod">
          <ac:chgData name="Uwe Ricken" userId="f02567aecbed924b" providerId="LiveId" clId="{1521B597-4315-4888-B13E-221A5E5111BD}" dt="2025-01-09T10:52:08.428" v="1291" actId="20577"/>
          <ac:spMkLst>
            <pc:docMk/>
            <pc:sldMk cId="2254271426" sldId="385"/>
            <ac:spMk id="2" creationId="{E3CC0C92-90A1-F348-D2C9-FD78325D3A42}"/>
          </ac:spMkLst>
        </pc:spChg>
        <pc:spChg chg="mod">
          <ac:chgData name="Uwe Ricken" userId="f02567aecbed924b" providerId="LiveId" clId="{1521B597-4315-4888-B13E-221A5E5111BD}" dt="2025-01-09T12:14:02.928" v="1745" actId="113"/>
          <ac:spMkLst>
            <pc:docMk/>
            <pc:sldMk cId="2254271426" sldId="385"/>
            <ac:spMk id="3" creationId="{719918B2-9408-8590-1CDA-E60B423019D2}"/>
          </ac:spMkLst>
        </pc:spChg>
        <pc:picChg chg="add mod ord">
          <ac:chgData name="Uwe Ricken" userId="f02567aecbed924b" providerId="LiveId" clId="{1521B597-4315-4888-B13E-221A5E5111BD}" dt="2025-01-09T12:15:42.501" v="1749" actId="1076"/>
          <ac:picMkLst>
            <pc:docMk/>
            <pc:sldMk cId="2254271426" sldId="385"/>
            <ac:picMk id="6" creationId="{5140CD5A-08E8-43BA-5D43-E6F80A2F4F70}"/>
          </ac:picMkLst>
        </pc:picChg>
        <pc:picChg chg="add mod modCrop">
          <ac:chgData name="Uwe Ricken" userId="f02567aecbed924b" providerId="LiveId" clId="{1521B597-4315-4888-B13E-221A5E5111BD}" dt="2025-01-09T12:15:42.501" v="1749" actId="1076"/>
          <ac:picMkLst>
            <pc:docMk/>
            <pc:sldMk cId="2254271426" sldId="385"/>
            <ac:picMk id="8" creationId="{F48088FE-885E-8DC8-5515-9FF6CB9741F8}"/>
          </ac:picMkLst>
        </pc:picChg>
      </pc:sldChg>
      <pc:sldChg chg="modSp add mod">
        <pc:chgData name="Uwe Ricken" userId="f02567aecbed924b" providerId="LiveId" clId="{1521B597-4315-4888-B13E-221A5E5111BD}" dt="2025-01-10T10:35:02.126" v="2687" actId="20577"/>
        <pc:sldMkLst>
          <pc:docMk/>
          <pc:sldMk cId="4279792351" sldId="386"/>
        </pc:sldMkLst>
        <pc:spChg chg="mod">
          <ac:chgData name="Uwe Ricken" userId="f02567aecbed924b" providerId="LiveId" clId="{1521B597-4315-4888-B13E-221A5E5111BD}" dt="2025-01-10T10:35:02.126" v="2687" actId="20577"/>
          <ac:spMkLst>
            <pc:docMk/>
            <pc:sldMk cId="4279792351" sldId="386"/>
            <ac:spMk id="5" creationId="{A825C7A8-4D62-9E03-8FF6-C98A4DA33C49}"/>
          </ac:spMkLst>
        </pc:spChg>
      </pc:sldChg>
      <pc:sldChg chg="addSp delSp modSp new mod modClrScheme modAnim chgLayout">
        <pc:chgData name="Uwe Ricken" userId="f02567aecbed924b" providerId="LiveId" clId="{1521B597-4315-4888-B13E-221A5E5111BD}" dt="2025-01-10T06:59:44.920" v="2661" actId="27636"/>
        <pc:sldMkLst>
          <pc:docMk/>
          <pc:sldMk cId="1993295383" sldId="387"/>
        </pc:sldMkLst>
        <pc:spChg chg="mod ord">
          <ac:chgData name="Uwe Ricken" userId="f02567aecbed924b" providerId="LiveId" clId="{1521B597-4315-4888-B13E-221A5E5111BD}" dt="2025-01-09T12:06:10.825" v="1517" actId="700"/>
          <ac:spMkLst>
            <pc:docMk/>
            <pc:sldMk cId="1993295383" sldId="387"/>
            <ac:spMk id="2" creationId="{416833D7-09BB-2D90-583D-B70D9DD31E1C}"/>
          </ac:spMkLst>
        </pc:spChg>
        <pc:spChg chg="add mod ord">
          <ac:chgData name="Uwe Ricken" userId="f02567aecbed924b" providerId="LiveId" clId="{1521B597-4315-4888-B13E-221A5E5111BD}" dt="2025-01-10T06:59:44.920" v="2661" actId="27636"/>
          <ac:spMkLst>
            <pc:docMk/>
            <pc:sldMk cId="1993295383" sldId="387"/>
            <ac:spMk id="4" creationId="{9E874460-4F12-D129-1FFD-E4EBE9E872F3}"/>
          </ac:spMkLst>
        </pc:spChg>
        <pc:spChg chg="add mod ord">
          <ac:chgData name="Uwe Ricken" userId="f02567aecbed924b" providerId="LiveId" clId="{1521B597-4315-4888-B13E-221A5E5111BD}" dt="2025-01-09T12:07:37.641" v="1656" actId="20577"/>
          <ac:spMkLst>
            <pc:docMk/>
            <pc:sldMk cId="1993295383" sldId="387"/>
            <ac:spMk id="5" creationId="{4D7E5DE7-92EB-5CC7-7A96-8F40805ADB6F}"/>
          </ac:spMkLst>
        </pc:spChg>
        <pc:spChg chg="add mod">
          <ac:chgData name="Uwe Ricken" userId="f02567aecbed924b" providerId="LiveId" clId="{1521B597-4315-4888-B13E-221A5E5111BD}" dt="2025-01-09T14:22:19.815" v="1840" actId="14100"/>
          <ac:spMkLst>
            <pc:docMk/>
            <pc:sldMk cId="1993295383" sldId="387"/>
            <ac:spMk id="7" creationId="{A0FF8C9C-452F-F342-E39D-E98BEB378422}"/>
          </ac:spMkLst>
        </pc:spChg>
        <pc:picChg chg="add del mod">
          <ac:chgData name="Uwe Ricken" userId="f02567aecbed924b" providerId="LiveId" clId="{1521B597-4315-4888-B13E-221A5E5111BD}" dt="2025-01-09T14:24:13.093" v="1848" actId="478"/>
          <ac:picMkLst>
            <pc:docMk/>
            <pc:sldMk cId="1993295383" sldId="387"/>
            <ac:picMk id="6" creationId="{17994D5C-9BDD-B980-9B64-C47B5E79E1A2}"/>
          </ac:picMkLst>
        </pc:picChg>
      </pc:sldChg>
      <pc:sldChg chg="addSp delSp modSp new mod">
        <pc:chgData name="Uwe Ricken" userId="f02567aecbed924b" providerId="LiveId" clId="{1521B597-4315-4888-B13E-221A5E5111BD}" dt="2025-01-11T06:19:58.973" v="2759" actId="20577"/>
        <pc:sldMkLst>
          <pc:docMk/>
          <pc:sldMk cId="4111593087" sldId="388"/>
        </pc:sldMkLst>
        <pc:spChg chg="mod">
          <ac:chgData name="Uwe Ricken" userId="f02567aecbed924b" providerId="LiveId" clId="{1521B597-4315-4888-B13E-221A5E5111BD}" dt="2025-01-09T14:33:16.093" v="1901" actId="20577"/>
          <ac:spMkLst>
            <pc:docMk/>
            <pc:sldMk cId="4111593087" sldId="388"/>
            <ac:spMk id="2" creationId="{5990CBDA-D1DB-6829-CD82-9FBB309FBCAF}"/>
          </ac:spMkLst>
        </pc:spChg>
        <pc:spChg chg="mod">
          <ac:chgData name="Uwe Ricken" userId="f02567aecbed924b" providerId="LiveId" clId="{1521B597-4315-4888-B13E-221A5E5111BD}" dt="2025-01-11T06:19:58.973" v="2759" actId="20577"/>
          <ac:spMkLst>
            <pc:docMk/>
            <pc:sldMk cId="4111593087" sldId="388"/>
            <ac:spMk id="3" creationId="{5B168A20-FD43-539F-FBD8-9F1E00ADB404}"/>
          </ac:spMkLst>
        </pc:spChg>
        <pc:spChg chg="del">
          <ac:chgData name="Uwe Ricken" userId="f02567aecbed924b" providerId="LiveId" clId="{1521B597-4315-4888-B13E-221A5E5111BD}" dt="2025-01-10T06:25:19.908" v="2528"/>
          <ac:spMkLst>
            <pc:docMk/>
            <pc:sldMk cId="4111593087" sldId="388"/>
            <ac:spMk id="4" creationId="{57113647-CEA3-16C9-1871-C40C5B650569}"/>
          </ac:spMkLst>
        </pc:spChg>
        <pc:spChg chg="add del mod">
          <ac:chgData name="Uwe Ricken" userId="f02567aecbed924b" providerId="LiveId" clId="{1521B597-4315-4888-B13E-221A5E5111BD}" dt="2025-01-10T06:55:09.916" v="2653"/>
          <ac:spMkLst>
            <pc:docMk/>
            <pc:sldMk cId="4111593087" sldId="388"/>
            <ac:spMk id="7" creationId="{191FE13E-7410-5657-005D-F911AE98E0D6}"/>
          </ac:spMkLst>
        </pc:spChg>
        <pc:graphicFrameChg chg="add del mod">
          <ac:chgData name="Uwe Ricken" userId="f02567aecbed924b" providerId="LiveId" clId="{1521B597-4315-4888-B13E-221A5E5111BD}" dt="2025-01-10T06:54:51.570" v="2652" actId="478"/>
          <ac:graphicFrameMkLst>
            <pc:docMk/>
            <pc:sldMk cId="4111593087" sldId="388"/>
            <ac:graphicFrameMk id="5" creationId="{0F5D662B-4D7B-C352-18B7-3AC9940AEAC4}"/>
          </ac:graphicFrameMkLst>
        </pc:graphicFrameChg>
        <pc:picChg chg="add mod">
          <ac:chgData name="Uwe Ricken" userId="f02567aecbed924b" providerId="LiveId" clId="{1521B597-4315-4888-B13E-221A5E5111BD}" dt="2025-01-10T06:55:31.935" v="2655" actId="1076"/>
          <ac:picMkLst>
            <pc:docMk/>
            <pc:sldMk cId="4111593087" sldId="388"/>
            <ac:picMk id="8" creationId="{D3524484-A3CF-5548-D236-CEE55952DD6F}"/>
          </ac:picMkLst>
        </pc:picChg>
      </pc:sldChg>
      <pc:sldChg chg="addSp delSp modSp new mod modClrScheme chgLayout">
        <pc:chgData name="Uwe Ricken" userId="f02567aecbed924b" providerId="LiveId" clId="{1521B597-4315-4888-B13E-221A5E5111BD}" dt="2025-01-10T16:31:40.410" v="2735" actId="20577"/>
        <pc:sldMkLst>
          <pc:docMk/>
          <pc:sldMk cId="1929116447" sldId="389"/>
        </pc:sldMkLst>
        <pc:spChg chg="add mod ord">
          <ac:chgData name="Uwe Ricken" userId="f02567aecbed924b" providerId="LiveId" clId="{1521B597-4315-4888-B13E-221A5E5111BD}" dt="2025-01-09T17:36:33.701" v="2385" actId="20577"/>
          <ac:spMkLst>
            <pc:docMk/>
            <pc:sldMk cId="1929116447" sldId="389"/>
            <ac:spMk id="5" creationId="{E36DB338-6D5B-8A54-D9D0-17B73D5D68FC}"/>
          </ac:spMkLst>
        </pc:spChg>
        <pc:graphicFrameChg chg="add mod modGraphic">
          <ac:chgData name="Uwe Ricken" userId="f02567aecbed924b" providerId="LiveId" clId="{1521B597-4315-4888-B13E-221A5E5111BD}" dt="2025-01-10T16:31:40.410" v="2735" actId="20577"/>
          <ac:graphicFrameMkLst>
            <pc:docMk/>
            <pc:sldMk cId="1929116447" sldId="389"/>
            <ac:graphicFrameMk id="6" creationId="{D42DEDEB-DC6E-8974-4A40-893FC5C7D977}"/>
          </ac:graphicFrameMkLst>
        </pc:graphicFrameChg>
      </pc:sldChg>
      <pc:sldChg chg="modSp mod">
        <pc:chgData name="Uwe Ricken" userId="f02567aecbed924b" providerId="LiveId" clId="{1521B597-4315-4888-B13E-221A5E5111BD}" dt="2025-01-10T11:20:06.511" v="2729"/>
        <pc:sldMkLst>
          <pc:docMk/>
          <pc:sldMk cId="702285124" sldId="390"/>
        </pc:sldMkLst>
        <pc:spChg chg="mod">
          <ac:chgData name="Uwe Ricken" userId="f02567aecbed924b" providerId="LiveId" clId="{1521B597-4315-4888-B13E-221A5E5111BD}" dt="2025-01-10T11:20:06.511" v="2729"/>
          <ac:spMkLst>
            <pc:docMk/>
            <pc:sldMk cId="702285124" sldId="390"/>
            <ac:spMk id="4" creationId="{4AB19DD4-D07B-A63B-15A0-292B33294F30}"/>
          </ac:spMkLst>
        </pc:spChg>
      </pc:sldChg>
      <pc:sldMasterChg chg="del">
        <pc:chgData name="Uwe Ricken" userId="f02567aecbed924b" providerId="LiveId" clId="{1521B597-4315-4888-B13E-221A5E5111BD}" dt="2025-01-09T10:10:44.865" v="73" actId="2696"/>
        <pc:sldMasterMkLst>
          <pc:docMk/>
          <pc:sldMasterMk cId="2655599699" sldId="2147483693"/>
        </pc:sldMasterMkLst>
      </pc:sldMasterChg>
      <pc:sldMasterChg chg="addSp delSp modSp mod delSldLayout">
        <pc:chgData name="Uwe Ricken" userId="f02567aecbed924b" providerId="LiveId" clId="{1521B597-4315-4888-B13E-221A5E5111BD}" dt="2025-01-09T14:34:52.359" v="1940" actId="14100"/>
        <pc:sldMasterMkLst>
          <pc:docMk/>
          <pc:sldMasterMk cId="610935371" sldId="2147483701"/>
        </pc:sldMasterMkLst>
        <pc:spChg chg="add mod">
          <ac:chgData name="Uwe Ricken" userId="f02567aecbed924b" providerId="LiveId" clId="{1521B597-4315-4888-B13E-221A5E5111BD}" dt="2025-01-09T12:17:20.736" v="1754" actId="2085"/>
          <ac:spMkLst>
            <pc:docMk/>
            <pc:sldMasterMk cId="610935371" sldId="2147483701"/>
            <ac:spMk id="5" creationId="{CE3090C9-CD56-60CA-9231-B8662A341995}"/>
          </ac:spMkLst>
        </pc:spChg>
        <pc:spChg chg="mod ord">
          <ac:chgData name="Uwe Ricken" userId="f02567aecbed924b" providerId="LiveId" clId="{1521B597-4315-4888-B13E-221A5E5111BD}" dt="2025-01-09T14:34:52.359" v="1940" actId="14100"/>
          <ac:spMkLst>
            <pc:docMk/>
            <pc:sldMasterMk cId="610935371" sldId="2147483701"/>
            <ac:spMk id="7" creationId="{00000000-0000-0000-0000-000000000000}"/>
          </ac:spMkLst>
        </pc:spChg>
        <pc:spChg chg="mod ord">
          <ac:chgData name="Uwe Ricken" userId="f02567aecbed924b" providerId="LiveId" clId="{1521B597-4315-4888-B13E-221A5E5111BD}" dt="2025-01-09T12:18:13.432" v="1759" actId="207"/>
          <ac:spMkLst>
            <pc:docMk/>
            <pc:sldMasterMk cId="610935371" sldId="2147483701"/>
            <ac:spMk id="8" creationId="{00000000-0000-0000-0000-000000000000}"/>
          </ac:spMkLst>
        </pc:spChg>
        <pc:sldLayoutChg chg="del">
          <pc:chgData name="Uwe Ricken" userId="f02567aecbed924b" providerId="LiveId" clId="{1521B597-4315-4888-B13E-221A5E5111BD}" dt="2025-01-09T10:08:15.606" v="65" actId="2696"/>
          <pc:sldLayoutMkLst>
            <pc:docMk/>
            <pc:sldMasterMk cId="610935371" sldId="2147483701"/>
            <pc:sldLayoutMk cId="3689134560" sldId="2147483708"/>
          </pc:sldLayoutMkLst>
        </pc:sldLayoutChg>
      </pc:sldMasterChg>
    </pc:docChg>
  </pc:docChgLst>
  <pc:docChgLst>
    <pc:chgData name="Uwe Ricken" userId="f02567aecbed924b" providerId="LiveId" clId="{F44FD790-5004-42F7-A0AF-C6C9013E8183}"/>
    <pc:docChg chg="custSel addSld modSld">
      <pc:chgData name="Uwe Ricken" userId="f02567aecbed924b" providerId="LiveId" clId="{F44FD790-5004-42F7-A0AF-C6C9013E8183}" dt="2019-12-11T11:49:02.004" v="118"/>
      <pc:docMkLst>
        <pc:docMk/>
      </pc:docMkLst>
      <pc:sldChg chg="modSp">
        <pc:chgData name="Uwe Ricken" userId="f02567aecbed924b" providerId="LiveId" clId="{F44FD790-5004-42F7-A0AF-C6C9013E8183}" dt="2019-12-11T10:32:15.548" v="31" actId="27636"/>
        <pc:sldMkLst>
          <pc:docMk/>
          <pc:sldMk cId="330019487" sldId="256"/>
        </pc:sldMkLst>
      </pc:sldChg>
      <pc:sldChg chg="modSp">
        <pc:chgData name="Uwe Ricken" userId="f02567aecbed924b" providerId="LiveId" clId="{F44FD790-5004-42F7-A0AF-C6C9013E8183}" dt="2019-12-11T10:32:15.588" v="34" actId="27636"/>
        <pc:sldMkLst>
          <pc:docMk/>
          <pc:sldMk cId="291459474" sldId="260"/>
        </pc:sldMkLst>
      </pc:sldChg>
      <pc:sldChg chg="modSp">
        <pc:chgData name="Uwe Ricken" userId="f02567aecbed924b" providerId="LiveId" clId="{F44FD790-5004-42F7-A0AF-C6C9013E8183}" dt="2019-12-11T10:32:15.606" v="38" actId="27636"/>
        <pc:sldMkLst>
          <pc:docMk/>
          <pc:sldMk cId="2057959970" sldId="262"/>
        </pc:sldMkLst>
      </pc:sldChg>
      <pc:sldChg chg="modSp">
        <pc:chgData name="Uwe Ricken" userId="f02567aecbed924b" providerId="LiveId" clId="{F44FD790-5004-42F7-A0AF-C6C9013E8183}" dt="2019-12-11T10:32:15.620" v="40" actId="27636"/>
        <pc:sldMkLst>
          <pc:docMk/>
          <pc:sldMk cId="1728595976" sldId="263"/>
        </pc:sldMkLst>
      </pc:sldChg>
      <pc:sldChg chg="modSp">
        <pc:chgData name="Uwe Ricken" userId="f02567aecbed924b" providerId="LiveId" clId="{F44FD790-5004-42F7-A0AF-C6C9013E8183}" dt="2019-12-11T10:32:15.657" v="44" actId="27636"/>
        <pc:sldMkLst>
          <pc:docMk/>
          <pc:sldMk cId="4083235288" sldId="264"/>
        </pc:sldMkLst>
      </pc:sldChg>
      <pc:sldChg chg="modSp">
        <pc:chgData name="Uwe Ricken" userId="f02567aecbed924b" providerId="LiveId" clId="{F44FD790-5004-42F7-A0AF-C6C9013E8183}" dt="2019-12-11T10:54:06.303" v="116" actId="20577"/>
        <pc:sldMkLst>
          <pc:docMk/>
          <pc:sldMk cId="3583500562" sldId="265"/>
        </pc:sldMkLst>
      </pc:sldChg>
      <pc:sldChg chg="modSp">
        <pc:chgData name="Uwe Ricken" userId="f02567aecbed924b" providerId="LiveId" clId="{F44FD790-5004-42F7-A0AF-C6C9013E8183}" dt="2019-12-11T10:32:15.679" v="45" actId="27636"/>
        <pc:sldMkLst>
          <pc:docMk/>
          <pc:sldMk cId="600213617" sldId="266"/>
        </pc:sldMkLst>
      </pc:sldChg>
      <pc:sldChg chg="modSp">
        <pc:chgData name="Uwe Ricken" userId="f02567aecbed924b" providerId="LiveId" clId="{F44FD790-5004-42F7-A0AF-C6C9013E8183}" dt="2019-12-11T10:32:15.802" v="53" actId="27636"/>
        <pc:sldMkLst>
          <pc:docMk/>
          <pc:sldMk cId="766496067" sldId="267"/>
        </pc:sldMkLst>
      </pc:sldChg>
      <pc:sldChg chg="modTransition">
        <pc:chgData name="Uwe Ricken" userId="f02567aecbed924b" providerId="LiveId" clId="{F44FD790-5004-42F7-A0AF-C6C9013E8183}" dt="2019-12-11T11:48:55.682" v="117"/>
        <pc:sldMkLst>
          <pc:docMk/>
          <pc:sldMk cId="980246740" sldId="273"/>
        </pc:sldMkLst>
      </pc:sldChg>
      <pc:sldChg chg="modTransition">
        <pc:chgData name="Uwe Ricken" userId="f02567aecbed924b" providerId="LiveId" clId="{F44FD790-5004-42F7-A0AF-C6C9013E8183}" dt="2019-12-11T10:32:15.357" v="28"/>
        <pc:sldMkLst>
          <pc:docMk/>
          <pc:sldMk cId="2959763563" sldId="274"/>
        </pc:sldMkLst>
      </pc:sldChg>
      <pc:sldChg chg="modSp">
        <pc:chgData name="Uwe Ricken" userId="f02567aecbed924b" providerId="LiveId" clId="{F44FD790-5004-42F7-A0AF-C6C9013E8183}" dt="2019-12-11T10:32:15.840" v="55" actId="27636"/>
        <pc:sldMkLst>
          <pc:docMk/>
          <pc:sldMk cId="2528985596" sldId="275"/>
        </pc:sldMkLst>
      </pc:sldChg>
      <pc:sldChg chg="modSp">
        <pc:chgData name="Uwe Ricken" userId="f02567aecbed924b" providerId="LiveId" clId="{F44FD790-5004-42F7-A0AF-C6C9013E8183}" dt="2019-12-11T10:32:15.596" v="36" actId="27636"/>
        <pc:sldMkLst>
          <pc:docMk/>
          <pc:sldMk cId="4152523933" sldId="277"/>
        </pc:sldMkLst>
      </pc:sldChg>
      <pc:sldChg chg="modSp">
        <pc:chgData name="Uwe Ricken" userId="f02567aecbed924b" providerId="LiveId" clId="{F44FD790-5004-42F7-A0AF-C6C9013E8183}" dt="2019-12-11T10:32:15.708" v="48" actId="27636"/>
        <pc:sldMkLst>
          <pc:docMk/>
          <pc:sldMk cId="956710370" sldId="278"/>
        </pc:sldMkLst>
      </pc:sldChg>
      <pc:sldChg chg="modSp modTransition">
        <pc:chgData name="Uwe Ricken" userId="f02567aecbed924b" providerId="LiveId" clId="{F44FD790-5004-42F7-A0AF-C6C9013E8183}" dt="2019-12-11T11:49:02.004" v="118"/>
        <pc:sldMkLst>
          <pc:docMk/>
          <pc:sldMk cId="434869655" sldId="281"/>
        </pc:sldMkLst>
      </pc:sldChg>
      <pc:sldChg chg="modSp">
        <pc:chgData name="Uwe Ricken" userId="f02567aecbed924b" providerId="LiveId" clId="{F44FD790-5004-42F7-A0AF-C6C9013E8183}" dt="2019-12-11T10:32:15.698" v="47" actId="27636"/>
        <pc:sldMkLst>
          <pc:docMk/>
          <pc:sldMk cId="470343384" sldId="282"/>
        </pc:sldMkLst>
      </pc:sldChg>
      <pc:sldChg chg="modSp">
        <pc:chgData name="Uwe Ricken" userId="f02567aecbed924b" providerId="LiveId" clId="{F44FD790-5004-42F7-A0AF-C6C9013E8183}" dt="2019-12-11T10:32:15.724" v="50" actId="27636"/>
        <pc:sldMkLst>
          <pc:docMk/>
          <pc:sldMk cId="1653972391" sldId="283"/>
        </pc:sldMkLst>
      </pc:sldChg>
      <pc:sldChg chg="modSp">
        <pc:chgData name="Uwe Ricken" userId="f02567aecbed924b" providerId="LiveId" clId="{F44FD790-5004-42F7-A0AF-C6C9013E8183}" dt="2019-12-11T10:32:15.746" v="52" actId="27636"/>
        <pc:sldMkLst>
          <pc:docMk/>
          <pc:sldMk cId="1896475819" sldId="284"/>
        </pc:sldMkLst>
      </pc:sldChg>
      <pc:sldChg chg="modTransition">
        <pc:chgData name="Uwe Ricken" userId="f02567aecbed924b" providerId="LiveId" clId="{F44FD790-5004-42F7-A0AF-C6C9013E8183}" dt="2019-12-11T10:32:15.357" v="28"/>
        <pc:sldMkLst>
          <pc:docMk/>
          <pc:sldMk cId="1587690466" sldId="286"/>
        </pc:sldMkLst>
      </pc:sldChg>
      <pc:sldChg chg="modSp">
        <pc:chgData name="Uwe Ricken" userId="f02567aecbed924b" providerId="LiveId" clId="{F44FD790-5004-42F7-A0AF-C6C9013E8183}" dt="2019-12-11T10:32:15.536" v="30" actId="27636"/>
        <pc:sldMkLst>
          <pc:docMk/>
          <pc:sldMk cId="2207525375" sldId="287"/>
        </pc:sldMkLst>
      </pc:sldChg>
      <pc:sldChg chg="modSp add modTransition">
        <pc:chgData name="Uwe Ricken" userId="f02567aecbed924b" providerId="LiveId" clId="{F44FD790-5004-42F7-A0AF-C6C9013E8183}" dt="2019-12-11T10:33:01.086" v="108" actId="20577"/>
        <pc:sldMkLst>
          <pc:docMk/>
          <pc:sldMk cId="0" sldId="288"/>
        </pc:sldMkLst>
      </pc:sldChg>
    </pc:docChg>
  </pc:docChgLst>
  <pc:docChgLst>
    <pc:chgData name="Uwe Ricken" userId="f02567aecbed924b" providerId="LiveId" clId="{181D173D-4316-40CF-BC9A-78432787B96A}"/>
    <pc:docChg chg="modSld">
      <pc:chgData name="Uwe Ricken" userId="f02567aecbed924b" providerId="LiveId" clId="{181D173D-4316-40CF-BC9A-78432787B96A}" dt="2024-05-10T14:31:34.385" v="1" actId="1076"/>
      <pc:docMkLst>
        <pc:docMk/>
      </pc:docMkLst>
      <pc:sldChg chg="modSp mod">
        <pc:chgData name="Uwe Ricken" userId="f02567aecbed924b" providerId="LiveId" clId="{181D173D-4316-40CF-BC9A-78432787B96A}" dt="2024-05-10T14:31:34.385" v="1" actId="1076"/>
        <pc:sldMkLst>
          <pc:docMk/>
          <pc:sldMk cId="3583500562"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67220-1B96-4DA5-B7A1-84D047CC6925}" type="datetimeFigureOut">
              <a:rPr lang="de-DE" smtClean="0"/>
              <a:t>09.01.2025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1BC9B7-CEE0-44D4-B023-47E438D62232}" type="slidenum">
              <a:rPr lang="de-DE" smtClean="0"/>
              <a:t>‹Nr.›</a:t>
            </a:fld>
            <a:endParaRPr lang="de-DE"/>
          </a:p>
        </p:txBody>
      </p:sp>
    </p:spTree>
    <p:extLst>
      <p:ext uri="{BB962C8B-B14F-4D97-AF65-F5344CB8AC3E}">
        <p14:creationId xmlns:p14="http://schemas.microsoft.com/office/powerpoint/2010/main" val="732862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04F3E00D-603F-4318-A48C-2AD6684A6406}" type="slidenum">
              <a:rPr lang="de-DE" smtClean="0"/>
              <a:t>1</a:t>
            </a:fld>
            <a:endParaRPr lang="de-DE"/>
          </a:p>
        </p:txBody>
      </p:sp>
    </p:spTree>
    <p:extLst>
      <p:ext uri="{BB962C8B-B14F-4D97-AF65-F5344CB8AC3E}">
        <p14:creationId xmlns:p14="http://schemas.microsoft.com/office/powerpoint/2010/main" val="162525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E31BC9B7-CEE0-44D4-B023-47E438D62232}" type="slidenum">
              <a:rPr lang="de-DE" smtClean="0"/>
              <a:t>19</a:t>
            </a:fld>
            <a:endParaRPr lang="de-DE"/>
          </a:p>
        </p:txBody>
      </p:sp>
    </p:spTree>
    <p:extLst>
      <p:ext uri="{BB962C8B-B14F-4D97-AF65-F5344CB8AC3E}">
        <p14:creationId xmlns:p14="http://schemas.microsoft.com/office/powerpoint/2010/main" val="1075913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258184" y="1248967"/>
            <a:ext cx="8633012" cy="1322784"/>
          </a:xfrm>
        </p:spPr>
        <p:txBody>
          <a:bodyPr anchor="b">
            <a:normAutofit/>
          </a:bodyPr>
          <a:lstStyle>
            <a:lvl1pPr algn="ctr">
              <a:defRPr sz="3000" b="0">
                <a:solidFill>
                  <a:schemeClr val="accent1"/>
                </a:solidFill>
                <a:latin typeface="+mj-lt"/>
              </a:defRPr>
            </a:lvl1pPr>
          </a:lstStyle>
          <a:p>
            <a:r>
              <a:rPr lang="de-DE" noProof="0"/>
              <a:t>Mastertitelformat bearbeiten</a:t>
            </a:r>
            <a:endParaRPr lang="en-US" noProof="0" dirty="0"/>
          </a:p>
        </p:txBody>
      </p:sp>
      <p:sp>
        <p:nvSpPr>
          <p:cNvPr id="3" name="Untertitel 2"/>
          <p:cNvSpPr>
            <a:spLocks noGrp="1"/>
          </p:cNvSpPr>
          <p:nvPr>
            <p:ph type="subTitle" idx="1"/>
          </p:nvPr>
        </p:nvSpPr>
        <p:spPr>
          <a:xfrm>
            <a:off x="258184" y="2701532"/>
            <a:ext cx="8633012" cy="1508965"/>
          </a:xfrm>
        </p:spPr>
        <p:txBody>
          <a:bodyPr/>
          <a:lstStyle>
            <a:lvl1pPr marL="0" indent="0" algn="ctr">
              <a:buNone/>
              <a:defRPr sz="1800"/>
            </a:lvl1pPr>
            <a:lvl2pPr marL="342866" indent="0" algn="ctr">
              <a:buNone/>
              <a:defRPr sz="1500"/>
            </a:lvl2pPr>
            <a:lvl3pPr marL="685732" indent="0" algn="ctr">
              <a:buNone/>
              <a:defRPr sz="1400"/>
            </a:lvl3pPr>
            <a:lvl4pPr marL="1028598" indent="0" algn="ctr">
              <a:buNone/>
              <a:defRPr sz="1200"/>
            </a:lvl4pPr>
            <a:lvl5pPr marL="1371464" indent="0" algn="ctr">
              <a:buNone/>
              <a:defRPr sz="1200"/>
            </a:lvl5pPr>
            <a:lvl6pPr marL="1714331" indent="0" algn="ctr">
              <a:buNone/>
              <a:defRPr sz="1200"/>
            </a:lvl6pPr>
            <a:lvl7pPr marL="2057195" indent="0" algn="ctr">
              <a:buNone/>
              <a:defRPr sz="1200"/>
            </a:lvl7pPr>
            <a:lvl8pPr marL="2400060" indent="0" algn="ctr">
              <a:buNone/>
              <a:defRPr sz="1200"/>
            </a:lvl8pPr>
            <a:lvl9pPr marL="2742926" indent="0" algn="ctr">
              <a:buNone/>
              <a:defRPr sz="1200"/>
            </a:lvl9pPr>
          </a:lstStyle>
          <a:p>
            <a:r>
              <a:rPr lang="de-DE" noProof="0"/>
              <a:t>Master-Untertitelformat bearbeiten</a:t>
            </a:r>
            <a:endParaRPr lang="en-US" noProof="0" dirty="0"/>
          </a:p>
        </p:txBody>
      </p:sp>
    </p:spTree>
    <p:extLst>
      <p:ext uri="{BB962C8B-B14F-4D97-AF65-F5344CB8AC3E}">
        <p14:creationId xmlns:p14="http://schemas.microsoft.com/office/powerpoint/2010/main" val="41009993"/>
      </p:ext>
    </p:extLst>
  </p:cSld>
  <p:clrMapOvr>
    <a:masterClrMapping/>
  </p:clrMapOvr>
  <p:extLst>
    <p:ext uri="{DCECCB84-F9BA-43D5-87BE-67443E8EF086}">
      <p15:sldGuideLst xmlns:p15="http://schemas.microsoft.com/office/powerpoint/2012/main">
        <p15:guide id="1" orient="horz" pos="232">
          <p15:clr>
            <a:srgbClr val="FBAE40"/>
          </p15:clr>
        </p15:guide>
        <p15:guide id="2" pos="2880">
          <p15:clr>
            <a:srgbClr val="FBAE40"/>
          </p15:clr>
        </p15:guide>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251223" y="330994"/>
            <a:ext cx="6778227" cy="837011"/>
          </a:xfrm>
        </p:spPr>
        <p:txBody>
          <a:bodyPr>
            <a:normAutofit/>
          </a:bodyPr>
          <a:lstStyle>
            <a:lvl1pPr>
              <a:defRPr sz="2400">
                <a:solidFill>
                  <a:schemeClr val="accent1"/>
                </a:solidFill>
              </a:defRPr>
            </a:lvl1pPr>
          </a:lstStyle>
          <a:p>
            <a:r>
              <a:rPr lang="de-DE" noProof="0"/>
              <a:t>Mastertitelformat bearbeiten</a:t>
            </a:r>
            <a:endParaRPr lang="en-US" noProof="0" dirty="0"/>
          </a:p>
        </p:txBody>
      </p:sp>
      <p:sp>
        <p:nvSpPr>
          <p:cNvPr id="3" name="Inhaltsplatzhalter 2"/>
          <p:cNvSpPr>
            <a:spLocks noGrp="1"/>
          </p:cNvSpPr>
          <p:nvPr>
            <p:ph idx="1"/>
          </p:nvPr>
        </p:nvSpPr>
        <p:spPr>
          <a:xfrm>
            <a:off x="251224" y="1248966"/>
            <a:ext cx="8641556" cy="3429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dirty="0"/>
          </a:p>
        </p:txBody>
      </p:sp>
    </p:spTree>
    <p:extLst>
      <p:ext uri="{BB962C8B-B14F-4D97-AF65-F5344CB8AC3E}">
        <p14:creationId xmlns:p14="http://schemas.microsoft.com/office/powerpoint/2010/main" val="3327080815"/>
      </p:ext>
    </p:extLst>
  </p:cSld>
  <p:clrMapOvr>
    <a:masterClrMapping/>
  </p:clrMapOvr>
  <p:extLst>
    <p:ext uri="{DCECCB84-F9BA-43D5-87BE-67443E8EF086}">
      <p15:sldGuideLst xmlns:p15="http://schemas.microsoft.com/office/powerpoint/2012/main">
        <p15:guide id="1" pos="21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251224" y="330994"/>
            <a:ext cx="6778226" cy="837011"/>
          </a:xfrm>
        </p:spPr>
        <p:txBody>
          <a:bodyPr/>
          <a:lstStyle>
            <a:lvl1pPr>
              <a:defRPr>
                <a:solidFill>
                  <a:schemeClr val="accent1"/>
                </a:solidFill>
              </a:defRPr>
            </a:lvl1pPr>
          </a:lstStyle>
          <a:p>
            <a:r>
              <a:rPr lang="de-DE" noProof="0"/>
              <a:t>Mastertitelformat bearbeiten</a:t>
            </a:r>
            <a:endParaRPr lang="en-US" noProof="0" dirty="0"/>
          </a:p>
        </p:txBody>
      </p:sp>
      <p:sp>
        <p:nvSpPr>
          <p:cNvPr id="3" name="Inhaltsplatzhalter 2"/>
          <p:cNvSpPr>
            <a:spLocks noGrp="1"/>
          </p:cNvSpPr>
          <p:nvPr>
            <p:ph sz="half" idx="1"/>
          </p:nvPr>
        </p:nvSpPr>
        <p:spPr>
          <a:xfrm>
            <a:off x="251224" y="1248966"/>
            <a:ext cx="4186307" cy="3429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dirty="0"/>
          </a:p>
        </p:txBody>
      </p:sp>
      <p:sp>
        <p:nvSpPr>
          <p:cNvPr id="4" name="Inhaltsplatzhalter 3"/>
          <p:cNvSpPr>
            <a:spLocks noGrp="1"/>
          </p:cNvSpPr>
          <p:nvPr>
            <p:ph sz="half" idx="2"/>
          </p:nvPr>
        </p:nvSpPr>
        <p:spPr>
          <a:xfrm>
            <a:off x="4703782" y="1248968"/>
            <a:ext cx="4188998" cy="3428999"/>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dirty="0"/>
          </a:p>
        </p:txBody>
      </p:sp>
    </p:spTree>
    <p:extLst>
      <p:ext uri="{BB962C8B-B14F-4D97-AF65-F5344CB8AC3E}">
        <p14:creationId xmlns:p14="http://schemas.microsoft.com/office/powerpoint/2010/main" val="120473331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orient="horz" pos="2160">
          <p15:clr>
            <a:srgbClr val="FBAE40"/>
          </p15:clr>
        </p15:guide>
        <p15:guide id="4"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251224" y="330994"/>
            <a:ext cx="6480571" cy="837010"/>
          </a:xfrm>
        </p:spPr>
        <p:txBody>
          <a:bodyPr/>
          <a:lstStyle>
            <a:lvl1pPr>
              <a:defRPr>
                <a:solidFill>
                  <a:schemeClr val="accent1"/>
                </a:solidFill>
              </a:defRPr>
            </a:lvl1pPr>
          </a:lstStyle>
          <a:p>
            <a:r>
              <a:rPr lang="de-DE" noProof="0"/>
              <a:t>Mastertitelformat bearbeiten</a:t>
            </a:r>
            <a:endParaRPr lang="en-US" noProof="0" dirty="0"/>
          </a:p>
        </p:txBody>
      </p:sp>
    </p:spTree>
    <p:extLst>
      <p:ext uri="{BB962C8B-B14F-4D97-AF65-F5344CB8AC3E}">
        <p14:creationId xmlns:p14="http://schemas.microsoft.com/office/powerpoint/2010/main" val="107723693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orient="horz" pos="2160">
          <p15:clr>
            <a:srgbClr val="FBAE40"/>
          </p15:clr>
        </p15:guide>
        <p15:guide id="4"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b Berater - Coding Examples">
    <p:spTree>
      <p:nvGrpSpPr>
        <p:cNvPr id="1" name=""/>
        <p:cNvGrpSpPr/>
        <p:nvPr/>
      </p:nvGrpSpPr>
      <p:grpSpPr>
        <a:xfrm>
          <a:off x="0" y="0"/>
          <a:ext cx="0" cy="0"/>
          <a:chOff x="0" y="0"/>
          <a:chExt cx="0" cy="0"/>
        </a:xfrm>
      </p:grpSpPr>
      <p:sp>
        <p:nvSpPr>
          <p:cNvPr id="3" name="Inhaltsplatzhalter 2"/>
          <p:cNvSpPr>
            <a:spLocks noGrp="1"/>
          </p:cNvSpPr>
          <p:nvPr>
            <p:ph idx="1"/>
          </p:nvPr>
        </p:nvSpPr>
        <p:spPr>
          <a:xfrm>
            <a:off x="4026049" y="1259056"/>
            <a:ext cx="4866731" cy="3418911"/>
          </a:xfrm>
        </p:spPr>
        <p:txBody>
          <a:bodyPr>
            <a:normAutofit/>
          </a:bodyPr>
          <a:lstStyle>
            <a:lvl1pPr marL="0" indent="0">
              <a:buNone/>
              <a:defRPr sz="1200">
                <a:latin typeface="Lucida Console" panose="020B0609040504020204" pitchFamily="49" charset="0"/>
              </a:defRPr>
            </a:lvl1pPr>
            <a:lvl2pPr marL="342875" indent="0">
              <a:buNone/>
              <a:defRPr sz="1200">
                <a:latin typeface="Lucida Console" panose="020B0609040504020204" pitchFamily="49" charset="0"/>
              </a:defRPr>
            </a:lvl2pPr>
            <a:lvl3pPr marL="685748" indent="0">
              <a:buNone/>
              <a:defRPr sz="1200">
                <a:latin typeface="Lucida Console" panose="020B0609040504020204" pitchFamily="49" charset="0"/>
              </a:defRPr>
            </a:lvl3pPr>
            <a:lvl4pPr marL="1028622" indent="0">
              <a:buNone/>
              <a:defRPr sz="1200">
                <a:latin typeface="Lucida Console" panose="020B0609040504020204" pitchFamily="49" charset="0"/>
              </a:defRPr>
            </a:lvl4pPr>
            <a:lvl5pPr marL="1371498" indent="0">
              <a:buNone/>
              <a:defRPr sz="1200">
                <a:latin typeface="Lucida Console" panose="020B0609040504020204" pitchFamily="49" charset="0"/>
              </a:defRPr>
            </a:lvl5pPr>
            <a:lvl6pPr>
              <a:defRPr sz="1500"/>
            </a:lvl6pPr>
            <a:lvl7pPr>
              <a:defRPr sz="1500"/>
            </a:lvl7pPr>
            <a:lvl8pPr>
              <a:defRPr sz="1500"/>
            </a:lvl8pPr>
            <a:lvl9pPr>
              <a:defRPr sz="1500"/>
            </a:lvl9pPr>
          </a:lstStyle>
          <a:p>
            <a:pPr lvl="0"/>
            <a:r>
              <a:rPr lang="de-DE" noProof="0"/>
              <a:t>Mastertextformat bearbeiten</a:t>
            </a:r>
          </a:p>
        </p:txBody>
      </p:sp>
      <p:sp>
        <p:nvSpPr>
          <p:cNvPr id="4" name="Textplatzhalter 3"/>
          <p:cNvSpPr>
            <a:spLocks noGrp="1"/>
          </p:cNvSpPr>
          <p:nvPr>
            <p:ph type="body" sz="half" idx="2"/>
          </p:nvPr>
        </p:nvSpPr>
        <p:spPr>
          <a:xfrm>
            <a:off x="251223" y="1259056"/>
            <a:ext cx="3774826" cy="3418911"/>
          </a:xfrm>
        </p:spPr>
        <p:txBody>
          <a:bodyPr/>
          <a:lstStyle>
            <a:lvl1pPr marL="171446" indent="-171446">
              <a:buFont typeface="Arial" panose="020B0604020202020204" pitchFamily="34" charset="0"/>
              <a:buChar char="•"/>
              <a:defRPr sz="1200"/>
            </a:lvl1pPr>
            <a:lvl2pPr marL="342866" indent="0">
              <a:buNone/>
              <a:defRPr sz="1100"/>
            </a:lvl2pPr>
            <a:lvl3pPr marL="685732" indent="0">
              <a:buNone/>
              <a:defRPr sz="900"/>
            </a:lvl3pPr>
            <a:lvl4pPr marL="1028598" indent="0">
              <a:buNone/>
              <a:defRPr sz="800"/>
            </a:lvl4pPr>
            <a:lvl5pPr marL="1371464" indent="0">
              <a:buNone/>
              <a:defRPr sz="800"/>
            </a:lvl5pPr>
            <a:lvl6pPr marL="1714331" indent="0">
              <a:buNone/>
              <a:defRPr sz="800"/>
            </a:lvl6pPr>
            <a:lvl7pPr marL="2057195" indent="0">
              <a:buNone/>
              <a:defRPr sz="800"/>
            </a:lvl7pPr>
            <a:lvl8pPr marL="2400060" indent="0">
              <a:buNone/>
              <a:defRPr sz="800"/>
            </a:lvl8pPr>
            <a:lvl9pPr marL="2742926" indent="0">
              <a:buNone/>
              <a:defRPr sz="800"/>
            </a:lvl9pPr>
          </a:lstStyle>
          <a:p>
            <a:pPr lvl="0"/>
            <a:r>
              <a:rPr lang="de-DE" noProof="0"/>
              <a:t>Mastertextformat bearbeiten</a:t>
            </a:r>
          </a:p>
        </p:txBody>
      </p:sp>
      <p:sp>
        <p:nvSpPr>
          <p:cNvPr id="5" name="Titel 1">
            <a:extLst>
              <a:ext uri="{FF2B5EF4-FFF2-40B4-BE49-F238E27FC236}">
                <a16:creationId xmlns:a16="http://schemas.microsoft.com/office/drawing/2014/main" id="{A12C8F18-4741-03DA-3F19-FC0858FBFA9A}"/>
              </a:ext>
            </a:extLst>
          </p:cNvPr>
          <p:cNvSpPr>
            <a:spLocks noGrp="1"/>
          </p:cNvSpPr>
          <p:nvPr>
            <p:ph type="title"/>
          </p:nvPr>
        </p:nvSpPr>
        <p:spPr>
          <a:xfrm>
            <a:off x="251222" y="330994"/>
            <a:ext cx="6778228" cy="837011"/>
          </a:xfrm>
        </p:spPr>
        <p:txBody>
          <a:bodyPr/>
          <a:lstStyle>
            <a:lvl1pPr>
              <a:defRPr>
                <a:solidFill>
                  <a:schemeClr val="accent1"/>
                </a:solidFill>
              </a:defRPr>
            </a:lvl1pPr>
          </a:lstStyle>
          <a:p>
            <a:r>
              <a:rPr lang="de-DE" noProof="0"/>
              <a:t>Mastertitelformat bearbeiten</a:t>
            </a:r>
            <a:endParaRPr lang="en-US" noProof="0" dirty="0"/>
          </a:p>
        </p:txBody>
      </p:sp>
    </p:spTree>
    <p:extLst>
      <p:ext uri="{BB962C8B-B14F-4D97-AF65-F5344CB8AC3E}">
        <p14:creationId xmlns:p14="http://schemas.microsoft.com/office/powerpoint/2010/main" val="230181572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Zwei Spalten">
    <p:spTree>
      <p:nvGrpSpPr>
        <p:cNvPr id="1" name=""/>
        <p:cNvGrpSpPr/>
        <p:nvPr/>
      </p:nvGrpSpPr>
      <p:grpSpPr>
        <a:xfrm>
          <a:off x="0" y="0"/>
          <a:ext cx="0" cy="0"/>
          <a:chOff x="0" y="0"/>
          <a:chExt cx="0" cy="0"/>
        </a:xfrm>
      </p:grpSpPr>
      <p:sp>
        <p:nvSpPr>
          <p:cNvPr id="2" name="Titel 1"/>
          <p:cNvSpPr>
            <a:spLocks noGrp="1"/>
          </p:cNvSpPr>
          <p:nvPr>
            <p:ph type="title"/>
          </p:nvPr>
        </p:nvSpPr>
        <p:spPr>
          <a:xfrm>
            <a:off x="251521" y="336774"/>
            <a:ext cx="6777930" cy="831230"/>
          </a:xfrm>
          <a:prstGeom prst="rect">
            <a:avLst/>
          </a:prstGeom>
        </p:spPr>
        <p:txBody>
          <a:bodyPr anchor="ctr"/>
          <a:lstStyle/>
          <a:p>
            <a:r>
              <a:rPr lang="de-DE"/>
              <a:t>Mastertitelformat bearbeiten</a:t>
            </a:r>
            <a:endParaRPr lang="de-DE" dirty="0"/>
          </a:p>
        </p:txBody>
      </p:sp>
      <p:sp>
        <p:nvSpPr>
          <p:cNvPr id="3" name="Inhaltsplatzhalter 2"/>
          <p:cNvSpPr>
            <a:spLocks noGrp="1"/>
          </p:cNvSpPr>
          <p:nvPr>
            <p:ph sz="half" idx="1"/>
          </p:nvPr>
        </p:nvSpPr>
        <p:spPr>
          <a:xfrm>
            <a:off x="251520" y="1248966"/>
            <a:ext cx="4248472" cy="3483024"/>
          </a:xfrm>
        </p:spPr>
        <p:txBody>
          <a:bodyPr>
            <a:normAutofit/>
          </a:bodyPr>
          <a:lstStyle>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Inhaltsplatzhalter 3"/>
          <p:cNvSpPr>
            <a:spLocks noGrp="1"/>
          </p:cNvSpPr>
          <p:nvPr>
            <p:ph sz="half" idx="2"/>
          </p:nvPr>
        </p:nvSpPr>
        <p:spPr>
          <a:xfrm>
            <a:off x="4644009" y="1248966"/>
            <a:ext cx="4248472" cy="3483024"/>
          </a:xfrm>
        </p:spPr>
        <p:txBody>
          <a:bodyPr>
            <a:normAutofit/>
          </a:bodyPr>
          <a:lstStyle>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339757118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hyperlink" Target="http://www.db-berater.de/" TargetMode="Externa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265580" y="338138"/>
            <a:ext cx="6763869" cy="826765"/>
          </a:xfrm>
          <a:prstGeom prst="rect">
            <a:avLst/>
          </a:prstGeom>
        </p:spPr>
        <p:txBody>
          <a:bodyPr vert="horz" lIns="68579" tIns="34289" rIns="68579" bIns="34289" rtlCol="0" anchor="ctr">
            <a:normAutofit/>
          </a:bodyPr>
          <a:lstStyle/>
          <a:p>
            <a:r>
              <a:rPr lang="en-US" noProof="0" dirty="0" err="1"/>
              <a:t>Titelmasterformat</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p:txBody>
      </p:sp>
      <p:sp>
        <p:nvSpPr>
          <p:cNvPr id="3" name="Textplatzhalter 2"/>
          <p:cNvSpPr>
            <a:spLocks noGrp="1"/>
          </p:cNvSpPr>
          <p:nvPr>
            <p:ph type="body" idx="1"/>
          </p:nvPr>
        </p:nvSpPr>
        <p:spPr>
          <a:xfrm>
            <a:off x="265580" y="1248967"/>
            <a:ext cx="8617547" cy="3428999"/>
          </a:xfrm>
          <a:prstGeom prst="rect">
            <a:avLst/>
          </a:prstGeom>
        </p:spPr>
        <p:txBody>
          <a:bodyPr vert="horz" lIns="68579" tIns="34289" rIns="68579" bIns="34289" rtlCol="0">
            <a:normAutofit/>
          </a:bodyPr>
          <a:lstStyle/>
          <a:p>
            <a:pPr lvl="0"/>
            <a:r>
              <a:rPr lang="en-US" noProof="0" dirty="0" err="1"/>
              <a:t>Textmasterformat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4" name="Textfeld 3"/>
          <p:cNvSpPr txBox="1"/>
          <p:nvPr/>
        </p:nvSpPr>
        <p:spPr>
          <a:xfrm>
            <a:off x="7029450" y="338136"/>
            <a:ext cx="1853676" cy="946413"/>
          </a:xfrm>
          <a:prstGeom prst="rect">
            <a:avLst/>
          </a:prstGeom>
          <a:noFill/>
        </p:spPr>
        <p:txBody>
          <a:bodyPr wrap="square" rtlCol="0">
            <a:spAutoFit/>
          </a:bodyPr>
          <a:lstStyle/>
          <a:p>
            <a:pPr algn="r"/>
            <a:r>
              <a:rPr lang="en-US" sz="1800" b="1" noProof="0" dirty="0">
                <a:solidFill>
                  <a:schemeClr val="accent1"/>
                </a:solidFill>
                <a:latin typeface="Calibri" panose="020F0502020204030204" pitchFamily="34" charset="0"/>
              </a:rPr>
              <a:t>db </a:t>
            </a:r>
            <a:r>
              <a:rPr lang="en-US" sz="1800" b="1" noProof="0" dirty="0">
                <a:latin typeface="Calibri" panose="020F0502020204030204" pitchFamily="34" charset="0"/>
              </a:rPr>
              <a:t>Berater GmbH</a:t>
            </a:r>
          </a:p>
          <a:p>
            <a:pPr algn="r"/>
            <a:r>
              <a:rPr lang="en-US" sz="750" b="1" noProof="0" dirty="0" err="1"/>
              <a:t>Planung</a:t>
            </a:r>
            <a:r>
              <a:rPr lang="en-US" sz="750" b="1" noProof="0" dirty="0"/>
              <a:t> – Installation</a:t>
            </a:r>
            <a:r>
              <a:rPr lang="en-US" sz="750" b="1" baseline="0" noProof="0" dirty="0"/>
              <a:t> – </a:t>
            </a:r>
            <a:r>
              <a:rPr lang="en-US" sz="750" b="1" baseline="0" noProof="0" dirty="0" err="1"/>
              <a:t>Optimierung</a:t>
            </a:r>
            <a:br>
              <a:rPr lang="en-US" sz="750" b="1" baseline="0" noProof="0" dirty="0"/>
            </a:br>
            <a:br>
              <a:rPr lang="en-US" sz="750" b="1" baseline="0" noProof="0" dirty="0"/>
            </a:br>
            <a:endParaRPr lang="en-US" sz="750" b="1" noProof="0" dirty="0"/>
          </a:p>
          <a:p>
            <a:pPr algn="r"/>
            <a:r>
              <a:rPr lang="en-US" sz="750" b="1" noProof="0" dirty="0">
                <a:hlinkClick r:id="rId8"/>
              </a:rPr>
              <a:t>http://www.db-berater.de</a:t>
            </a:r>
            <a:endParaRPr lang="en-US" sz="750" b="1" noProof="0" dirty="0"/>
          </a:p>
          <a:p>
            <a:pPr algn="r"/>
            <a:r>
              <a:rPr lang="en-US" sz="750" b="1" noProof="0" dirty="0"/>
              <a:t>info@db-berater.de</a:t>
            </a:r>
          </a:p>
        </p:txBody>
      </p:sp>
      <p:sp>
        <p:nvSpPr>
          <p:cNvPr id="5" name="Rechteck 4">
            <a:extLst>
              <a:ext uri="{FF2B5EF4-FFF2-40B4-BE49-F238E27FC236}">
                <a16:creationId xmlns:a16="http://schemas.microsoft.com/office/drawing/2014/main" id="{CE3090C9-CD56-60CA-9231-B8662A341995}"/>
              </a:ext>
            </a:extLst>
          </p:cNvPr>
          <p:cNvSpPr/>
          <p:nvPr userDrawn="1"/>
        </p:nvSpPr>
        <p:spPr>
          <a:xfrm>
            <a:off x="0" y="4731990"/>
            <a:ext cx="9144000" cy="41151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feld 7"/>
          <p:cNvSpPr txBox="1"/>
          <p:nvPr/>
        </p:nvSpPr>
        <p:spPr>
          <a:xfrm>
            <a:off x="7236296" y="4822329"/>
            <a:ext cx="1722170" cy="230832"/>
          </a:xfrm>
          <a:prstGeom prst="rect">
            <a:avLst/>
          </a:prstGeom>
          <a:noFill/>
        </p:spPr>
        <p:txBody>
          <a:bodyPr wrap="square" rtlCol="0">
            <a:spAutoFit/>
          </a:bodyPr>
          <a:lstStyle/>
          <a:p>
            <a:pPr algn="r"/>
            <a:r>
              <a:rPr lang="en-US" sz="900" b="1" noProof="0" dirty="0">
                <a:solidFill>
                  <a:schemeClr val="bg1"/>
                </a:solidFill>
              </a:rPr>
              <a:t>© db</a:t>
            </a:r>
            <a:r>
              <a:rPr lang="en-US" sz="900" b="1" baseline="0" noProof="0" dirty="0">
                <a:solidFill>
                  <a:schemeClr val="bg1"/>
                </a:solidFill>
              </a:rPr>
              <a:t> Berater GmbH (</a:t>
            </a:r>
            <a:fld id="{918F7804-3F46-47BC-B8F6-F601438D5C89}" type="datetimeyyyy">
              <a:rPr lang="en-US" sz="900" b="1" baseline="0" noProof="0" smtClean="0">
                <a:solidFill>
                  <a:schemeClr val="bg1"/>
                </a:solidFill>
              </a:rPr>
              <a:t>2025</a:t>
            </a:fld>
            <a:r>
              <a:rPr lang="en-US" sz="900" b="1" baseline="0" noProof="0" dirty="0">
                <a:solidFill>
                  <a:schemeClr val="bg1"/>
                </a:solidFill>
              </a:rPr>
              <a:t>)</a:t>
            </a:r>
            <a:endParaRPr lang="en-US" sz="900" b="1" noProof="0" dirty="0">
              <a:solidFill>
                <a:schemeClr val="bg1"/>
              </a:solidFill>
            </a:endParaRPr>
          </a:p>
        </p:txBody>
      </p:sp>
      <p:sp>
        <p:nvSpPr>
          <p:cNvPr id="7" name="Textfeld 6"/>
          <p:cNvSpPr txBox="1"/>
          <p:nvPr/>
        </p:nvSpPr>
        <p:spPr>
          <a:xfrm>
            <a:off x="217938" y="4822329"/>
            <a:ext cx="3633982" cy="230832"/>
          </a:xfrm>
          <a:prstGeom prst="rect">
            <a:avLst/>
          </a:prstGeom>
          <a:noFill/>
        </p:spPr>
        <p:txBody>
          <a:bodyPr wrap="square" rtlCol="0">
            <a:spAutoFit/>
          </a:bodyPr>
          <a:lstStyle/>
          <a:p>
            <a:r>
              <a:rPr lang="en-US" sz="900" b="1" noProof="0" dirty="0">
                <a:solidFill>
                  <a:schemeClr val="bg2"/>
                </a:solidFill>
              </a:rPr>
              <a:t>Author</a:t>
            </a:r>
            <a:r>
              <a:rPr lang="en-US" sz="900" b="1" noProof="0" dirty="0">
                <a:solidFill>
                  <a:schemeClr val="bg1"/>
                </a:solidFill>
              </a:rPr>
              <a:t>: Uwe Ricken (Data Platform MVP / MCM)</a:t>
            </a:r>
          </a:p>
        </p:txBody>
      </p:sp>
    </p:spTree>
    <p:extLst>
      <p:ext uri="{BB962C8B-B14F-4D97-AF65-F5344CB8AC3E}">
        <p14:creationId xmlns:p14="http://schemas.microsoft.com/office/powerpoint/2010/main" val="61093537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Lst>
  <p:txStyles>
    <p:titleStyle>
      <a:lvl1pPr algn="l" defTabSz="685749" rtl="0" eaLnBrk="1" latinLnBrk="0" hangingPunct="1">
        <a:lnSpc>
          <a:spcPct val="90000"/>
        </a:lnSpc>
        <a:spcBef>
          <a:spcPct val="0"/>
        </a:spcBef>
        <a:buNone/>
        <a:defRPr sz="2400" b="1" kern="1200">
          <a:solidFill>
            <a:srgbClr val="5B9BD5"/>
          </a:solidFill>
          <a:latin typeface="+mj-lt"/>
          <a:ea typeface="+mj-ea"/>
          <a:cs typeface="+mj-cs"/>
        </a:defRPr>
      </a:lvl1pPr>
    </p:titleStyle>
    <p:bodyStyle>
      <a:lvl1pPr marL="171438" indent="-171438" algn="l" defTabSz="685749"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13"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de-DE"/>
      </a:defPPr>
      <a:lvl1pPr marL="0" algn="l" defTabSz="685749" rtl="0" eaLnBrk="1" latinLnBrk="0" hangingPunct="1">
        <a:defRPr sz="1400" kern="1200">
          <a:solidFill>
            <a:schemeClr val="tx1"/>
          </a:solidFill>
          <a:latin typeface="+mn-lt"/>
          <a:ea typeface="+mn-ea"/>
          <a:cs typeface="+mn-cs"/>
        </a:defRPr>
      </a:lvl1pPr>
      <a:lvl2pPr marL="342875" algn="l" defTabSz="685749" rtl="0" eaLnBrk="1" latinLnBrk="0" hangingPunct="1">
        <a:defRPr sz="1400" kern="1200">
          <a:solidFill>
            <a:schemeClr val="tx1"/>
          </a:solidFill>
          <a:latin typeface="+mn-lt"/>
          <a:ea typeface="+mn-ea"/>
          <a:cs typeface="+mn-cs"/>
        </a:defRPr>
      </a:lvl2pPr>
      <a:lvl3pPr marL="685749" algn="l" defTabSz="685749" rtl="0" eaLnBrk="1" latinLnBrk="0" hangingPunct="1">
        <a:defRPr sz="1400" kern="1200">
          <a:solidFill>
            <a:schemeClr val="tx1"/>
          </a:solidFill>
          <a:latin typeface="+mn-lt"/>
          <a:ea typeface="+mn-ea"/>
          <a:cs typeface="+mn-cs"/>
        </a:defRPr>
      </a:lvl3pPr>
      <a:lvl4pPr marL="1028624" algn="l" defTabSz="685749" rtl="0" eaLnBrk="1" latinLnBrk="0" hangingPunct="1">
        <a:defRPr sz="1400" kern="1200">
          <a:solidFill>
            <a:schemeClr val="tx1"/>
          </a:solidFill>
          <a:latin typeface="+mn-lt"/>
          <a:ea typeface="+mn-ea"/>
          <a:cs typeface="+mn-cs"/>
        </a:defRPr>
      </a:lvl4pPr>
      <a:lvl5pPr marL="1371498" algn="l" defTabSz="685749" rtl="0" eaLnBrk="1" latinLnBrk="0" hangingPunct="1">
        <a:defRPr sz="1400" kern="1200">
          <a:solidFill>
            <a:schemeClr val="tx1"/>
          </a:solidFill>
          <a:latin typeface="+mn-lt"/>
          <a:ea typeface="+mn-ea"/>
          <a:cs typeface="+mn-cs"/>
        </a:defRPr>
      </a:lvl5pPr>
      <a:lvl6pPr marL="1714373" algn="l" defTabSz="685749" rtl="0" eaLnBrk="1" latinLnBrk="0" hangingPunct="1">
        <a:defRPr sz="1400" kern="1200">
          <a:solidFill>
            <a:schemeClr val="tx1"/>
          </a:solidFill>
          <a:latin typeface="+mn-lt"/>
          <a:ea typeface="+mn-ea"/>
          <a:cs typeface="+mn-cs"/>
        </a:defRPr>
      </a:lvl6pPr>
      <a:lvl7pPr marL="2057246" algn="l" defTabSz="685749" rtl="0" eaLnBrk="1" latinLnBrk="0" hangingPunct="1">
        <a:defRPr sz="1400" kern="1200">
          <a:solidFill>
            <a:schemeClr val="tx1"/>
          </a:solidFill>
          <a:latin typeface="+mn-lt"/>
          <a:ea typeface="+mn-ea"/>
          <a:cs typeface="+mn-cs"/>
        </a:defRPr>
      </a:lvl7pPr>
      <a:lvl8pPr marL="2400120" algn="l" defTabSz="685749" rtl="0" eaLnBrk="1" latinLnBrk="0" hangingPunct="1">
        <a:defRPr sz="1400" kern="1200">
          <a:solidFill>
            <a:schemeClr val="tx1"/>
          </a:solidFill>
          <a:latin typeface="+mn-lt"/>
          <a:ea typeface="+mn-ea"/>
          <a:cs typeface="+mn-cs"/>
        </a:defRPr>
      </a:lvl8pPr>
      <a:lvl9pPr marL="2742995" algn="l" defTabSz="685749"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b-berater.de/downloads/ERP_Demo_2012.bak" TargetMode="External"/><Relationship Id="rId2" Type="http://schemas.openxmlformats.org/officeDocument/2006/relationships/hyperlink" Target="https://github.com/db-berater/all-about-statistics" TargetMode="External"/><Relationship Id="rId1" Type="http://schemas.openxmlformats.org/officeDocument/2006/relationships/slideLayout" Target="../slideLayouts/slideLayout2.xml"/><Relationship Id="rId5" Type="http://schemas.openxmlformats.org/officeDocument/2006/relationships/hyperlink" Target="https://go.microsoft.com/fwlink/?linkid=2220149&amp;clcid=0x407&amp;culture=de-de&amp;country=de" TargetMode="External"/><Relationship Id="rId4" Type="http://schemas.openxmlformats.org/officeDocument/2006/relationships/hyperlink" Target="https://github.com/ErikEJ/SqlQueryStress"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mailto:uwe.ricken@db-berater.de" TargetMode="External"/><Relationship Id="rId7" Type="http://schemas.openxmlformats.org/officeDocument/2006/relationships/image" Target="../media/image2.jpg"/><Relationship Id="rId2" Type="http://schemas.openxmlformats.org/officeDocument/2006/relationships/hyperlink" Target="http://www.db-berater.de/" TargetMode="Externa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hyperlink" Target="https://bsky.app/profile/sqlbambi.bsky.social" TargetMode="External"/><Relationship Id="rId4" Type="http://schemas.openxmlformats.org/officeDocument/2006/relationships/hyperlink" Target="http://www.sqlmaster.de/" TargetMode="External"/><Relationship Id="rId9"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0051%20-%20demonstration%20of%20drawback%20of%20DENSITY_VECTOR.sql" TargetMode="External"/><Relationship Id="rId2" Type="http://schemas.openxmlformats.org/officeDocument/2006/relationships/hyperlink" Target="http://www.db-berater.de/2016/12/abfragen-nicht-mit-variablen-testen/"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hyperlink" Target="0070%20-%20Statistics%20in%20empty%20tables%20or%20unique%20indexes.sql" TargetMode="External"/><Relationship Id="rId2" Type="http://schemas.openxmlformats.org/officeDocument/2006/relationships/hyperlink" Target="0060%20-%20Statistics%20in%20temporary%20tables%20and%20table%20variables.sql" TargetMode="External"/><Relationship Id="rId1" Type="http://schemas.openxmlformats.org/officeDocument/2006/relationships/slideLayout" Target="../slideLayouts/slideLayout2.xml"/><Relationship Id="rId4" Type="http://schemas.openxmlformats.org/officeDocument/2006/relationships/hyperlink" Target="0080%20-%20Verwendung%20von%20gefilterten%20Statistiken.sql"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www.db-berater.de/2015/06/temporaere-tabellen-vs-tabellenvariable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hyperlink" Target="0060%20-%20Statistics%20in%20temporary%20tables%20and%20table%20variables.sql"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0070%20-%20Statistics%20in%20empty%20tables%20or%20unique%20indexes.sq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ola.hallengren.com/"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a:t>Statistics in SQL Server</a:t>
            </a:r>
          </a:p>
        </p:txBody>
      </p:sp>
      <p:sp>
        <p:nvSpPr>
          <p:cNvPr id="3" name="Untertitel 2"/>
          <p:cNvSpPr>
            <a:spLocks noGrp="1"/>
          </p:cNvSpPr>
          <p:nvPr>
            <p:ph type="subTitle" idx="1"/>
          </p:nvPr>
        </p:nvSpPr>
        <p:spPr/>
        <p:txBody>
          <a:bodyPr/>
          <a:lstStyle/>
          <a:p>
            <a:r>
              <a:rPr lang="en-US" dirty="0"/>
              <a:t>A guessing game for the Query Optimizer</a:t>
            </a:r>
          </a:p>
        </p:txBody>
      </p:sp>
    </p:spTree>
    <p:extLst>
      <p:ext uri="{BB962C8B-B14F-4D97-AF65-F5344CB8AC3E}">
        <p14:creationId xmlns:p14="http://schemas.microsoft.com/office/powerpoint/2010/main" val="1614993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A66F59-B715-4CE2-83DF-6D035DD595FA}"/>
              </a:ext>
            </a:extLst>
          </p:cNvPr>
          <p:cNvSpPr>
            <a:spLocks noGrp="1"/>
          </p:cNvSpPr>
          <p:nvPr>
            <p:ph type="title"/>
          </p:nvPr>
        </p:nvSpPr>
        <p:spPr/>
        <p:txBody>
          <a:bodyPr/>
          <a:lstStyle/>
          <a:p>
            <a:r>
              <a:rPr lang="de-DE" dirty="0"/>
              <a:t>Links for </a:t>
            </a:r>
            <a:r>
              <a:rPr lang="de-DE" dirty="0" err="1"/>
              <a:t>this</a:t>
            </a:r>
            <a:r>
              <a:rPr lang="de-DE" dirty="0"/>
              <a:t> Session/Workshop</a:t>
            </a:r>
          </a:p>
        </p:txBody>
      </p:sp>
      <p:sp>
        <p:nvSpPr>
          <p:cNvPr id="3" name="Inhaltsplatzhalter 2">
            <a:extLst>
              <a:ext uri="{FF2B5EF4-FFF2-40B4-BE49-F238E27FC236}">
                <a16:creationId xmlns:a16="http://schemas.microsoft.com/office/drawing/2014/main" id="{32727BD7-7924-41DC-BF8D-0990B5F36E59}"/>
              </a:ext>
            </a:extLst>
          </p:cNvPr>
          <p:cNvSpPr>
            <a:spLocks noGrp="1"/>
          </p:cNvSpPr>
          <p:nvPr>
            <p:ph idx="1"/>
          </p:nvPr>
        </p:nvSpPr>
        <p:spPr/>
        <p:txBody>
          <a:bodyPr>
            <a:normAutofit/>
          </a:bodyPr>
          <a:lstStyle/>
          <a:p>
            <a:r>
              <a:rPr lang="de-DE" dirty="0"/>
              <a:t>Scripts and Slide Decks</a:t>
            </a:r>
            <a:br>
              <a:rPr lang="de-DE" dirty="0"/>
            </a:br>
            <a:r>
              <a:rPr lang="de-DE" dirty="0">
                <a:hlinkClick r:id="rId2"/>
              </a:rPr>
              <a:t>https://github.com/db-berater/all-about-statistics</a:t>
            </a:r>
            <a:endParaRPr lang="de-DE" dirty="0"/>
          </a:p>
          <a:p>
            <a:endParaRPr lang="de-DE" dirty="0"/>
          </a:p>
          <a:p>
            <a:r>
              <a:rPr lang="de-DE" dirty="0"/>
              <a:t>ERP Demo Database (17.00 GB)</a:t>
            </a:r>
            <a:br>
              <a:rPr lang="de-DE" dirty="0"/>
            </a:br>
            <a:r>
              <a:rPr lang="de-DE" dirty="0">
                <a:hlinkClick r:id="rId3"/>
              </a:rPr>
              <a:t>https://db-berater.de/downloads/ERP_Demo_2012.bak</a:t>
            </a:r>
            <a:endParaRPr lang="de-DE" dirty="0"/>
          </a:p>
          <a:p>
            <a:endParaRPr lang="de-DE" dirty="0"/>
          </a:p>
          <a:p>
            <a:r>
              <a:rPr lang="de-DE" dirty="0" err="1"/>
              <a:t>SQLQueryStress</a:t>
            </a:r>
            <a:br>
              <a:rPr lang="de-DE" dirty="0"/>
            </a:br>
            <a:r>
              <a:rPr lang="de-DE" dirty="0">
                <a:hlinkClick r:id="rId4"/>
              </a:rPr>
              <a:t>https://github.com/ErikEJ/SqlQueryStress</a:t>
            </a:r>
            <a:endParaRPr lang="de-DE" dirty="0"/>
          </a:p>
          <a:p>
            <a:endParaRPr lang="de-DE" dirty="0"/>
          </a:p>
          <a:p>
            <a:r>
              <a:rPr lang="de-DE" dirty="0"/>
              <a:t>Windows Admin Center</a:t>
            </a:r>
            <a:br>
              <a:rPr lang="de-DE" dirty="0"/>
            </a:br>
            <a:r>
              <a:rPr lang="de-DE" dirty="0">
                <a:hlinkClick r:id="rId5"/>
              </a:rPr>
              <a:t>https://go.microsoft.com/fwlink/?linkid=2220149</a:t>
            </a:r>
            <a:endParaRPr lang="de-DE" dirty="0"/>
          </a:p>
          <a:p>
            <a:endParaRPr lang="de-DE" dirty="0"/>
          </a:p>
        </p:txBody>
      </p:sp>
    </p:spTree>
    <p:extLst>
      <p:ext uri="{BB962C8B-B14F-4D97-AF65-F5344CB8AC3E}">
        <p14:creationId xmlns:p14="http://schemas.microsoft.com/office/powerpoint/2010/main" val="1252969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dirty="0"/>
              <a:t>Uwe Ricken</a:t>
            </a:r>
            <a:br>
              <a:rPr lang="de-DE" dirty="0"/>
            </a:br>
            <a:r>
              <a:rPr lang="de-DE" sz="1800" dirty="0"/>
              <a:t>db Berater GmbH</a:t>
            </a:r>
          </a:p>
        </p:txBody>
      </p:sp>
      <p:sp>
        <p:nvSpPr>
          <p:cNvPr id="2" name="Inhaltsplatzhalter 1"/>
          <p:cNvSpPr>
            <a:spLocks noGrp="1"/>
          </p:cNvSpPr>
          <p:nvPr>
            <p:ph sz="half" idx="1"/>
          </p:nvPr>
        </p:nvSpPr>
        <p:spPr>
          <a:prstGeom prst="rect">
            <a:avLst/>
          </a:prstGeom>
        </p:spPr>
        <p:txBody>
          <a:bodyPr>
            <a:normAutofit/>
          </a:bodyPr>
          <a:lstStyle/>
          <a:p>
            <a:pPr marL="0" indent="0">
              <a:buNone/>
            </a:pPr>
            <a:r>
              <a:rPr lang="en-US" sz="1050" dirty="0"/>
              <a:t>I am working with IT-systems since early 1990's and with the main focus on </a:t>
            </a:r>
            <a:r>
              <a:rPr lang="en-US" sz="1050" b="1" i="1" dirty="0">
                <a:solidFill>
                  <a:schemeClr val="accent5"/>
                </a:solidFill>
              </a:rPr>
              <a:t>Microsoft SQL Server </a:t>
            </a:r>
            <a:r>
              <a:rPr lang="en-US" sz="1050" dirty="0"/>
              <a:t>since version 6.0. I started with development of database applications in 1998 with a professional CRM-System based on Microsoft products (Microsoft Office and </a:t>
            </a:r>
            <a:r>
              <a:rPr lang="en-US" sz="1050" b="1" i="1" dirty="0">
                <a:solidFill>
                  <a:schemeClr val="accent5"/>
                </a:solidFill>
              </a:rPr>
              <a:t>Microsoft SQL Server</a:t>
            </a:r>
            <a:r>
              <a:rPr lang="en-US" sz="1050" dirty="0"/>
              <a:t>).</a:t>
            </a:r>
          </a:p>
          <a:p>
            <a:pPr marL="0" indent="0">
              <a:buNone/>
            </a:pPr>
            <a:br>
              <a:rPr lang="en-US" sz="1050" dirty="0"/>
            </a:br>
            <a:r>
              <a:rPr lang="en-US" sz="1050" dirty="0"/>
              <a:t>Since 2008 I'm focused exclusively on </a:t>
            </a:r>
            <a:r>
              <a:rPr lang="en-US" sz="1050" b="1" i="1" dirty="0">
                <a:solidFill>
                  <a:schemeClr val="accent5"/>
                </a:solidFill>
              </a:rPr>
              <a:t>Microsoft SQL Server</a:t>
            </a:r>
            <a:r>
              <a:rPr lang="en-US" sz="1050" dirty="0"/>
              <a:t> and working in 3rd level support teams for banks, insurances and global industries.</a:t>
            </a:r>
          </a:p>
          <a:p>
            <a:pPr marL="0" indent="0">
              <a:buNone/>
            </a:pPr>
            <a:endParaRPr lang="en-US" sz="1050" dirty="0"/>
          </a:p>
          <a:p>
            <a:pPr marL="0" indent="0">
              <a:buNone/>
            </a:pPr>
            <a:r>
              <a:rPr lang="en-US" sz="1050" dirty="0"/>
              <a:t>Since May </a:t>
            </a:r>
            <a:r>
              <a:rPr lang="en-US" sz="1050"/>
              <a:t>2013 I am </a:t>
            </a:r>
            <a:r>
              <a:rPr lang="en-US" sz="1050" dirty="0"/>
              <a:t>a </a:t>
            </a:r>
            <a:r>
              <a:rPr lang="en-US" sz="1050" b="1" dirty="0">
                <a:solidFill>
                  <a:srgbClr val="FF0000"/>
                </a:solidFill>
              </a:rPr>
              <a:t>Microsoft Certified Master: SQL Server 2008 </a:t>
            </a:r>
            <a:r>
              <a:rPr lang="en-US" sz="1050" dirty="0"/>
              <a:t>which was an amazing way into the depth of </a:t>
            </a:r>
            <a:r>
              <a:rPr lang="en-US" sz="1050" b="1" i="1" dirty="0">
                <a:solidFill>
                  <a:schemeClr val="accent5"/>
                </a:solidFill>
              </a:rPr>
              <a:t>Microsoft SQL Server</a:t>
            </a:r>
            <a:r>
              <a:rPr lang="en-US" sz="1050" dirty="0"/>
              <a:t>.</a:t>
            </a:r>
          </a:p>
          <a:p>
            <a:pPr marL="0" indent="0">
              <a:buNone/>
            </a:pPr>
            <a:endParaRPr lang="en-US" sz="1050" dirty="0"/>
          </a:p>
          <a:p>
            <a:pPr marL="0" indent="0">
              <a:buNone/>
            </a:pPr>
            <a:r>
              <a:rPr lang="en-US" sz="1050" dirty="0"/>
              <a:t>In July 2013 I have been awarded with the MVP Award for </a:t>
            </a:r>
            <a:r>
              <a:rPr lang="en-US" sz="1050" b="1" i="1" dirty="0">
                <a:solidFill>
                  <a:schemeClr val="accent5"/>
                </a:solidFill>
              </a:rPr>
              <a:t>Microsoft SQL Server</a:t>
            </a:r>
            <a:r>
              <a:rPr lang="en-US" sz="1050" dirty="0"/>
              <a:t>.</a:t>
            </a:r>
            <a:endParaRPr lang="de-DE" sz="1050" dirty="0"/>
          </a:p>
        </p:txBody>
      </p:sp>
      <p:sp>
        <p:nvSpPr>
          <p:cNvPr id="6" name="Textplatzhalter 5"/>
          <p:cNvSpPr>
            <a:spLocks noGrp="1"/>
          </p:cNvSpPr>
          <p:nvPr>
            <p:ph sz="half" idx="2"/>
          </p:nvPr>
        </p:nvSpPr>
        <p:spPr>
          <a:prstGeom prst="rect">
            <a:avLst/>
          </a:prstGeom>
        </p:spPr>
        <p:txBody>
          <a:bodyPr>
            <a:noAutofit/>
          </a:bodyPr>
          <a:lstStyle/>
          <a:p>
            <a:pPr marL="0" indent="0">
              <a:buNone/>
              <a:tabLst>
                <a:tab pos="677432" algn="l"/>
              </a:tabLst>
            </a:pPr>
            <a:r>
              <a:rPr lang="de-DE" sz="1050" b="1" dirty="0" err="1"/>
              <a:t>www</a:t>
            </a:r>
            <a:r>
              <a:rPr lang="de-DE" sz="1050" dirty="0"/>
              <a:t>:	</a:t>
            </a:r>
            <a:r>
              <a:rPr lang="de-DE" sz="1050" dirty="0">
                <a:hlinkClick r:id="rId2"/>
              </a:rPr>
              <a:t>http://www.db-berater.de</a:t>
            </a:r>
            <a:endParaRPr lang="de-DE" sz="1050" dirty="0"/>
          </a:p>
          <a:p>
            <a:pPr marL="0" indent="0">
              <a:buNone/>
              <a:tabLst>
                <a:tab pos="677432" algn="l"/>
              </a:tabLst>
            </a:pPr>
            <a:r>
              <a:rPr lang="de-DE" sz="1050" b="1" dirty="0"/>
              <a:t>email</a:t>
            </a:r>
            <a:r>
              <a:rPr lang="de-DE" sz="1050" dirty="0"/>
              <a:t>:	</a:t>
            </a:r>
            <a:r>
              <a:rPr lang="de-DE" sz="1050" dirty="0">
                <a:hlinkClick r:id="rId3"/>
              </a:rPr>
              <a:t>uwe.ricken@db-berater.de</a:t>
            </a:r>
            <a:endParaRPr lang="de-DE" sz="1050" dirty="0"/>
          </a:p>
          <a:p>
            <a:pPr marL="0" indent="0">
              <a:buNone/>
              <a:tabLst>
                <a:tab pos="677432" algn="l"/>
              </a:tabLst>
            </a:pPr>
            <a:r>
              <a:rPr lang="de-DE" sz="1050" b="1" dirty="0" err="1"/>
              <a:t>blog</a:t>
            </a:r>
            <a:r>
              <a:rPr lang="de-DE" sz="1050" dirty="0"/>
              <a:t>:	</a:t>
            </a:r>
            <a:r>
              <a:rPr lang="de-DE" sz="1050" dirty="0">
                <a:hlinkClick r:id="rId4"/>
              </a:rPr>
              <a:t>http://www.sqlmaster.de</a:t>
            </a:r>
            <a:endParaRPr lang="de-DE" sz="1050" dirty="0"/>
          </a:p>
          <a:p>
            <a:pPr marL="0" indent="0">
              <a:buNone/>
              <a:tabLst>
                <a:tab pos="677432" algn="l"/>
              </a:tabLst>
            </a:pPr>
            <a:r>
              <a:rPr lang="de-DE" sz="1050" b="1" dirty="0" err="1"/>
              <a:t>BlueSky</a:t>
            </a:r>
            <a:r>
              <a:rPr lang="de-DE" sz="1050" dirty="0"/>
              <a:t>:	</a:t>
            </a:r>
            <a:r>
              <a:rPr lang="de-DE" sz="1050" dirty="0">
                <a:hlinkClick r:id="rId5"/>
              </a:rPr>
              <a:t>@sqlbambi</a:t>
            </a:r>
            <a:endParaRPr lang="de-DE" sz="1050" dirty="0"/>
          </a:p>
        </p:txBody>
      </p:sp>
      <p:pic>
        <p:nvPicPr>
          <p:cNvPr id="7" name="Grafik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08204" y="2620942"/>
            <a:ext cx="857250" cy="626864"/>
          </a:xfrm>
          <a:prstGeom prst="rect">
            <a:avLst/>
          </a:prstGeom>
        </p:spPr>
      </p:pic>
      <p:pic>
        <p:nvPicPr>
          <p:cNvPr id="8" name="Grafik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17854" y="2620942"/>
            <a:ext cx="857250" cy="642938"/>
          </a:xfrm>
          <a:prstGeom prst="rect">
            <a:avLst/>
          </a:prstGeom>
        </p:spPr>
      </p:pic>
      <p:pic>
        <p:nvPicPr>
          <p:cNvPr id="9" name="Grafik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08205" y="3511750"/>
            <a:ext cx="1094216" cy="448909"/>
          </a:xfrm>
          <a:prstGeom prst="rect">
            <a:avLst/>
          </a:prstGeom>
        </p:spPr>
      </p:pic>
      <p:pic>
        <p:nvPicPr>
          <p:cNvPr id="5" name="Grafik 4" descr="Ein Bild, das Person, Mann, Brille, tragen enthält.&#10;&#10;Automatisch generierte Beschreibung">
            <a:extLst>
              <a:ext uri="{FF2B5EF4-FFF2-40B4-BE49-F238E27FC236}">
                <a16:creationId xmlns:a16="http://schemas.microsoft.com/office/drawing/2014/main" id="{46333317-A6F3-B2D3-B9F5-6B4A79A834BA}"/>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38258"/>
          <a:stretch/>
        </p:blipFill>
        <p:spPr>
          <a:xfrm>
            <a:off x="4874732" y="2571750"/>
            <a:ext cx="1286305" cy="1388908"/>
          </a:xfrm>
          <a:prstGeom prst="rect">
            <a:avLst/>
          </a:prstGeom>
        </p:spPr>
      </p:pic>
    </p:spTree>
    <p:extLst>
      <p:ext uri="{BB962C8B-B14F-4D97-AF65-F5344CB8AC3E}">
        <p14:creationId xmlns:p14="http://schemas.microsoft.com/office/powerpoint/2010/main" val="1681187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9AE4D88-466F-4BA6-917F-396AC585B663}"/>
              </a:ext>
            </a:extLst>
          </p:cNvPr>
          <p:cNvSpPr>
            <a:spLocks noGrp="1"/>
          </p:cNvSpPr>
          <p:nvPr>
            <p:ph type="title"/>
          </p:nvPr>
        </p:nvSpPr>
        <p:spPr>
          <a:xfrm>
            <a:off x="251223" y="330994"/>
            <a:ext cx="6778227" cy="837011"/>
          </a:xfrm>
        </p:spPr>
        <p:txBody>
          <a:bodyPr/>
          <a:lstStyle/>
          <a:p>
            <a:r>
              <a:rPr lang="en-GB"/>
              <a:t>Agenda</a:t>
            </a:r>
          </a:p>
        </p:txBody>
      </p:sp>
      <p:sp>
        <p:nvSpPr>
          <p:cNvPr id="3" name="Inhaltsplatzhalter 2">
            <a:extLst>
              <a:ext uri="{FF2B5EF4-FFF2-40B4-BE49-F238E27FC236}">
                <a16:creationId xmlns:a16="http://schemas.microsoft.com/office/drawing/2014/main" id="{D039EC48-D5A1-6687-BCD0-F8A1809B74DD}"/>
              </a:ext>
            </a:extLst>
          </p:cNvPr>
          <p:cNvSpPr>
            <a:spLocks noGrp="1"/>
          </p:cNvSpPr>
          <p:nvPr>
            <p:ph idx="1"/>
          </p:nvPr>
        </p:nvSpPr>
        <p:spPr/>
        <p:txBody>
          <a:bodyPr/>
          <a:lstStyle/>
          <a:p>
            <a:r>
              <a:rPr lang="en-US" dirty="0"/>
              <a:t>Introduction to Statistics</a:t>
            </a:r>
          </a:p>
          <a:p>
            <a:r>
              <a:rPr lang="en-US" dirty="0"/>
              <a:t>Basics of Statistics</a:t>
            </a:r>
          </a:p>
          <a:p>
            <a:r>
              <a:rPr lang="en-US" dirty="0"/>
              <a:t>Understanding Statistics Objects</a:t>
            </a:r>
          </a:p>
          <a:p>
            <a:r>
              <a:rPr lang="en-US" dirty="0"/>
              <a:t>Working with Statistics</a:t>
            </a:r>
          </a:p>
          <a:p>
            <a:r>
              <a:rPr lang="en-US" dirty="0"/>
              <a:t>Query Optimization and Statistics</a:t>
            </a:r>
          </a:p>
          <a:p>
            <a:r>
              <a:rPr lang="en-US" dirty="0"/>
              <a:t>Advanced Statistics Management</a:t>
            </a:r>
          </a:p>
          <a:p>
            <a:r>
              <a:rPr lang="en-US" dirty="0"/>
              <a:t>Statistics and Partitioned Tables</a:t>
            </a:r>
          </a:p>
          <a:p>
            <a:r>
              <a:rPr lang="en-US" dirty="0"/>
              <a:t>Troubleshooting Statistics Issues</a:t>
            </a:r>
          </a:p>
          <a:p>
            <a:r>
              <a:rPr lang="en-US" dirty="0"/>
              <a:t>Best Practices for Statistics Management</a:t>
            </a:r>
          </a:p>
        </p:txBody>
      </p:sp>
    </p:spTree>
    <p:extLst>
      <p:ext uri="{BB962C8B-B14F-4D97-AF65-F5344CB8AC3E}">
        <p14:creationId xmlns:p14="http://schemas.microsoft.com/office/powerpoint/2010/main" val="4195874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573BC3B8-E0FA-9978-968C-4DF3D5935182}"/>
              </a:ext>
            </a:extLst>
          </p:cNvPr>
          <p:cNvSpPr>
            <a:spLocks noGrp="1"/>
          </p:cNvSpPr>
          <p:nvPr>
            <p:ph type="ctrTitle"/>
          </p:nvPr>
        </p:nvSpPr>
        <p:spPr/>
        <p:txBody>
          <a:bodyPr/>
          <a:lstStyle/>
          <a:p>
            <a:r>
              <a:rPr lang="en-US" dirty="0"/>
              <a:t>Introduction to Statistics</a:t>
            </a:r>
          </a:p>
        </p:txBody>
      </p:sp>
      <p:sp>
        <p:nvSpPr>
          <p:cNvPr id="5" name="Untertitel 4">
            <a:extLst>
              <a:ext uri="{FF2B5EF4-FFF2-40B4-BE49-F238E27FC236}">
                <a16:creationId xmlns:a16="http://schemas.microsoft.com/office/drawing/2014/main" id="{7A966386-F691-1717-E17A-B0E096131831}"/>
              </a:ext>
            </a:extLst>
          </p:cNvPr>
          <p:cNvSpPr>
            <a:spLocks noGrp="1"/>
          </p:cNvSpPr>
          <p:nvPr>
            <p:ph type="subTitle" idx="1"/>
          </p:nvPr>
        </p:nvSpPr>
        <p:spPr/>
        <p:txBody>
          <a:bodyPr/>
          <a:lstStyle/>
          <a:p>
            <a:pPr algn="l">
              <a:tabLst>
                <a:tab pos="1795463" algn="l"/>
              </a:tabLst>
            </a:pPr>
            <a:r>
              <a:rPr lang="en-US" dirty="0"/>
              <a:t>	Overview of Statistics</a:t>
            </a:r>
          </a:p>
          <a:p>
            <a:pPr algn="l">
              <a:tabLst>
                <a:tab pos="1795463" algn="l"/>
              </a:tabLst>
            </a:pPr>
            <a:r>
              <a:rPr lang="en-US" dirty="0"/>
              <a:t>	Importance and Benefits of Statistics</a:t>
            </a:r>
          </a:p>
        </p:txBody>
      </p:sp>
    </p:spTree>
    <p:extLst>
      <p:ext uri="{BB962C8B-B14F-4D97-AF65-F5344CB8AC3E}">
        <p14:creationId xmlns:p14="http://schemas.microsoft.com/office/powerpoint/2010/main" val="2616509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D0AEF7-5F90-1595-1B28-517C445A7FDA}"/>
              </a:ext>
            </a:extLst>
          </p:cNvPr>
          <p:cNvSpPr>
            <a:spLocks noGrp="1"/>
          </p:cNvSpPr>
          <p:nvPr>
            <p:ph type="title"/>
          </p:nvPr>
        </p:nvSpPr>
        <p:spPr/>
        <p:txBody>
          <a:bodyPr/>
          <a:lstStyle/>
          <a:p>
            <a:r>
              <a:rPr lang="en-US" dirty="0"/>
              <a:t>Overview of Statistics in SQL Server</a:t>
            </a:r>
          </a:p>
        </p:txBody>
      </p:sp>
      <p:sp>
        <p:nvSpPr>
          <p:cNvPr id="3" name="Inhaltsplatzhalter 2">
            <a:extLst>
              <a:ext uri="{FF2B5EF4-FFF2-40B4-BE49-F238E27FC236}">
                <a16:creationId xmlns:a16="http://schemas.microsoft.com/office/drawing/2014/main" id="{3DA48978-552F-48AE-AD05-AF6D9228DF27}"/>
              </a:ext>
            </a:extLst>
          </p:cNvPr>
          <p:cNvSpPr>
            <a:spLocks noGrp="1"/>
          </p:cNvSpPr>
          <p:nvPr>
            <p:ph sz="half" idx="1"/>
          </p:nvPr>
        </p:nvSpPr>
        <p:spPr/>
        <p:txBody>
          <a:bodyPr/>
          <a:lstStyle/>
          <a:p>
            <a:r>
              <a:rPr lang="en-US" dirty="0"/>
              <a:t>What are Statistics</a:t>
            </a:r>
          </a:p>
          <a:p>
            <a:pPr lvl="1"/>
            <a:r>
              <a:rPr lang="en-US" dirty="0"/>
              <a:t>Statistics in SQL Server are data structures that store information about the distribution of values in a column</a:t>
            </a:r>
          </a:p>
          <a:p>
            <a:pPr lvl="1"/>
            <a:r>
              <a:rPr lang="en-US" dirty="0"/>
              <a:t>Statistics help the Query Optimizer to make efficient decisions about how to execute queries.</a:t>
            </a:r>
          </a:p>
          <a:p>
            <a:r>
              <a:rPr lang="en-US" dirty="0"/>
              <a:t>Importance and Benefits</a:t>
            </a:r>
          </a:p>
          <a:p>
            <a:pPr lvl="1"/>
            <a:r>
              <a:rPr lang="en-US" dirty="0"/>
              <a:t>Statistics in SQL Server are used by the Query Optimizer to make informed decisions about the query execution plan.</a:t>
            </a:r>
          </a:p>
          <a:p>
            <a:pPr lvl="1"/>
            <a:r>
              <a:rPr lang="en-US" dirty="0"/>
              <a:t>Accurate statistics improve query performance by providing the Query Optimizer with information about data distribution.</a:t>
            </a:r>
          </a:p>
          <a:p>
            <a:endParaRPr lang="en-US" dirty="0"/>
          </a:p>
        </p:txBody>
      </p:sp>
      <p:pic>
        <p:nvPicPr>
          <p:cNvPr id="6" name="Inhaltsplatzhalter 5">
            <a:extLst>
              <a:ext uri="{FF2B5EF4-FFF2-40B4-BE49-F238E27FC236}">
                <a16:creationId xmlns:a16="http://schemas.microsoft.com/office/drawing/2014/main" id="{025F2CD1-CB55-128C-78CC-1F59E74F36DD}"/>
              </a:ext>
            </a:extLst>
          </p:cNvPr>
          <p:cNvPicPr>
            <a:picLocks noGrp="1" noChangeAspect="1"/>
          </p:cNvPicPr>
          <p:nvPr>
            <p:ph sz="half" idx="2"/>
          </p:nvPr>
        </p:nvPicPr>
        <p:blipFill>
          <a:blip r:embed="rId2"/>
          <a:stretch>
            <a:fillRect/>
          </a:stretch>
        </p:blipFill>
        <p:spPr>
          <a:xfrm>
            <a:off x="5747247" y="1249363"/>
            <a:ext cx="2762547" cy="2762547"/>
          </a:xfrm>
          <a:prstGeom prst="rect">
            <a:avLst/>
          </a:prstGeom>
          <a:ln>
            <a:noFill/>
          </a:ln>
          <a:effectLst>
            <a:outerShdw blurRad="292100" dist="139700" dir="2700000" algn="tl" rotWithShape="0">
              <a:srgbClr val="333333">
                <a:alpha val="65000"/>
              </a:srgbClr>
            </a:outerShdw>
          </a:effectLst>
        </p:spPr>
      </p:pic>
      <p:pic>
        <p:nvPicPr>
          <p:cNvPr id="8" name="Grafik 7">
            <a:extLst>
              <a:ext uri="{FF2B5EF4-FFF2-40B4-BE49-F238E27FC236}">
                <a16:creationId xmlns:a16="http://schemas.microsoft.com/office/drawing/2014/main" id="{81AEC6BE-3822-9194-E5E9-DF189FF43AD7}"/>
              </a:ext>
            </a:extLst>
          </p:cNvPr>
          <p:cNvPicPr>
            <a:picLocks noChangeAspect="1"/>
          </p:cNvPicPr>
          <p:nvPr/>
        </p:nvPicPr>
        <p:blipFill>
          <a:blip r:embed="rId3"/>
          <a:stretch>
            <a:fillRect/>
          </a:stretch>
        </p:blipFill>
        <p:spPr>
          <a:xfrm>
            <a:off x="5747247" y="1254085"/>
            <a:ext cx="2762547" cy="27625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61892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731B1-191D-CE25-64E4-84DF8CE9A7C0}"/>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C5E18CF4-8477-36D0-09C8-BF138E8EE9FA}"/>
              </a:ext>
            </a:extLst>
          </p:cNvPr>
          <p:cNvSpPr>
            <a:spLocks noGrp="1"/>
          </p:cNvSpPr>
          <p:nvPr>
            <p:ph type="ctrTitle"/>
          </p:nvPr>
        </p:nvSpPr>
        <p:spPr/>
        <p:txBody>
          <a:bodyPr/>
          <a:lstStyle/>
          <a:p>
            <a:r>
              <a:rPr lang="en-US" dirty="0"/>
              <a:t>Database Settings</a:t>
            </a:r>
          </a:p>
        </p:txBody>
      </p:sp>
      <p:sp>
        <p:nvSpPr>
          <p:cNvPr id="5" name="Untertitel 4">
            <a:extLst>
              <a:ext uri="{FF2B5EF4-FFF2-40B4-BE49-F238E27FC236}">
                <a16:creationId xmlns:a16="http://schemas.microsoft.com/office/drawing/2014/main" id="{D215976E-87D1-180E-DBB7-AB0BFE56F2BB}"/>
              </a:ext>
            </a:extLst>
          </p:cNvPr>
          <p:cNvSpPr>
            <a:spLocks noGrp="1"/>
          </p:cNvSpPr>
          <p:nvPr>
            <p:ph type="subTitle" idx="1"/>
          </p:nvPr>
        </p:nvSpPr>
        <p:spPr/>
        <p:txBody>
          <a:bodyPr/>
          <a:lstStyle/>
          <a:p>
            <a:pPr algn="l">
              <a:tabLst>
                <a:tab pos="1795463" algn="l"/>
              </a:tabLst>
            </a:pPr>
            <a:r>
              <a:rPr lang="en-US" dirty="0"/>
              <a:t>	Creating and updating Statistics</a:t>
            </a:r>
          </a:p>
          <a:p>
            <a:pPr algn="l">
              <a:tabLst>
                <a:tab pos="1795463" algn="l"/>
              </a:tabLst>
            </a:pPr>
            <a:r>
              <a:rPr lang="en-US" dirty="0"/>
              <a:t>	Types of Statistics: Column/Index Statistics</a:t>
            </a:r>
          </a:p>
        </p:txBody>
      </p:sp>
    </p:spTree>
    <p:extLst>
      <p:ext uri="{BB962C8B-B14F-4D97-AF65-F5344CB8AC3E}">
        <p14:creationId xmlns:p14="http://schemas.microsoft.com/office/powerpoint/2010/main" val="2825236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a:extLst>
              <a:ext uri="{FF2B5EF4-FFF2-40B4-BE49-F238E27FC236}">
                <a16:creationId xmlns:a16="http://schemas.microsoft.com/office/drawing/2014/main" id="{9E874460-4F12-D129-1FFD-E4EBE9E872F3}"/>
              </a:ext>
            </a:extLst>
          </p:cNvPr>
          <p:cNvSpPr>
            <a:spLocks noGrp="1"/>
          </p:cNvSpPr>
          <p:nvPr>
            <p:ph idx="1"/>
          </p:nvPr>
        </p:nvSpPr>
        <p:spPr>
          <a:xfrm>
            <a:off x="3923928" y="1259057"/>
            <a:ext cx="5112567" cy="1312694"/>
          </a:xfrm>
        </p:spPr>
        <p:txBody>
          <a:bodyPr>
            <a:normAutofit/>
          </a:bodyPr>
          <a:lstStyle/>
          <a:p>
            <a:r>
              <a:rPr lang="en-US" sz="1100" dirty="0">
                <a:solidFill>
                  <a:srgbClr val="0000FF"/>
                </a:solidFill>
                <a:highlight>
                  <a:srgbClr val="FFFFFF"/>
                </a:highlight>
                <a:latin typeface="Cascadia Mono" panose="020B0609020000020004" pitchFamily="49" charset="0"/>
              </a:rPr>
              <a:t>ALTER</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DATABASE</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ERP_Demo</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SET</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AUTO_CREATE_STATISTICS</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ON</a:t>
            </a:r>
            <a:r>
              <a:rPr lang="en-US" sz="1100" dirty="0">
                <a:solidFill>
                  <a:srgbClr val="808080"/>
                </a:solidFill>
                <a:highlight>
                  <a:srgbClr val="FFFFFF"/>
                </a:highlight>
                <a:latin typeface="Cascadia Mono" panose="020B0609020000020004" pitchFamily="49" charset="0"/>
              </a:rPr>
              <a:t>;</a:t>
            </a:r>
          </a:p>
          <a:p>
            <a:endParaRPr lang="en-US" sz="1100" dirty="0">
              <a:solidFill>
                <a:srgbClr val="808080"/>
              </a:solidFill>
              <a:highlight>
                <a:srgbClr val="FFFFFF"/>
              </a:highlight>
              <a:latin typeface="Cascadia Mono" panose="020B0609020000020004" pitchFamily="49" charset="0"/>
            </a:endParaRPr>
          </a:p>
          <a:p>
            <a:r>
              <a:rPr lang="en-US" sz="1100" dirty="0">
                <a:solidFill>
                  <a:srgbClr val="0000FF"/>
                </a:solidFill>
                <a:highlight>
                  <a:srgbClr val="FFFFFF"/>
                </a:highlight>
                <a:latin typeface="Cascadia Mono" panose="020B0609020000020004" pitchFamily="49" charset="0"/>
              </a:rPr>
              <a:t>ALTER</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DATABASE</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ERP_Demo</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SET</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AUTO_UPDATE_STATISTICS</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ON</a:t>
            </a:r>
            <a:r>
              <a:rPr lang="en-US" sz="1100" dirty="0">
                <a:solidFill>
                  <a:srgbClr val="808080"/>
                </a:solidFill>
                <a:highlight>
                  <a:srgbClr val="FFFFFF"/>
                </a:highlight>
                <a:latin typeface="Cascadia Mono" panose="020B0609020000020004" pitchFamily="49" charset="0"/>
              </a:rPr>
              <a:t>;</a:t>
            </a:r>
          </a:p>
          <a:p>
            <a:endParaRPr lang="en-US" sz="1100" dirty="0">
              <a:solidFill>
                <a:srgbClr val="808080"/>
              </a:solidFill>
              <a:highlight>
                <a:srgbClr val="FFFFFF"/>
              </a:highlight>
              <a:latin typeface="Cascadia Mono" panose="020B0609020000020004" pitchFamily="49" charset="0"/>
            </a:endParaRPr>
          </a:p>
          <a:p>
            <a:r>
              <a:rPr lang="en-US" sz="1100" dirty="0">
                <a:solidFill>
                  <a:srgbClr val="0000FF"/>
                </a:solidFill>
                <a:highlight>
                  <a:srgbClr val="FFFFFF"/>
                </a:highlight>
                <a:latin typeface="Cascadia Mono" panose="020B0609020000020004" pitchFamily="49" charset="0"/>
              </a:rPr>
              <a:t>ALTER</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DATABASE</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ERP_Demo</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SET</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AUTO_UPDATE_STATISTICS_ASYNC</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ON</a:t>
            </a:r>
            <a:r>
              <a:rPr lang="en-US" sz="1100" dirty="0">
                <a:solidFill>
                  <a:srgbClr val="808080"/>
                </a:solidFill>
                <a:highlight>
                  <a:srgbClr val="FFFFFF"/>
                </a:highlight>
                <a:latin typeface="Cascadia Mono" panose="020B0609020000020004" pitchFamily="49" charset="0"/>
              </a:rPr>
              <a:t>;</a:t>
            </a:r>
            <a:endParaRPr lang="en-US" sz="1100" dirty="0"/>
          </a:p>
        </p:txBody>
      </p:sp>
      <p:sp>
        <p:nvSpPr>
          <p:cNvPr id="5" name="Textplatzhalter 4">
            <a:extLst>
              <a:ext uri="{FF2B5EF4-FFF2-40B4-BE49-F238E27FC236}">
                <a16:creationId xmlns:a16="http://schemas.microsoft.com/office/drawing/2014/main" id="{4D7E5DE7-92EB-5CC7-7A96-8F40805ADB6F}"/>
              </a:ext>
            </a:extLst>
          </p:cNvPr>
          <p:cNvSpPr>
            <a:spLocks noGrp="1"/>
          </p:cNvSpPr>
          <p:nvPr>
            <p:ph type="body" sz="half" idx="2"/>
          </p:nvPr>
        </p:nvSpPr>
        <p:spPr/>
        <p:txBody>
          <a:bodyPr/>
          <a:lstStyle/>
          <a:p>
            <a:r>
              <a:rPr lang="en-US" dirty="0"/>
              <a:t>Automatically create statistics</a:t>
            </a:r>
          </a:p>
          <a:p>
            <a:endParaRPr lang="en-US" dirty="0"/>
          </a:p>
          <a:p>
            <a:r>
              <a:rPr lang="en-US" dirty="0"/>
              <a:t>Automatically update statistics</a:t>
            </a:r>
          </a:p>
          <a:p>
            <a:endParaRPr lang="en-US" dirty="0"/>
          </a:p>
          <a:p>
            <a:r>
              <a:rPr lang="en-US" dirty="0"/>
              <a:t>Automatically update statistics asynchronous</a:t>
            </a:r>
          </a:p>
        </p:txBody>
      </p:sp>
      <p:sp>
        <p:nvSpPr>
          <p:cNvPr id="2" name="Titel 1">
            <a:extLst>
              <a:ext uri="{FF2B5EF4-FFF2-40B4-BE49-F238E27FC236}">
                <a16:creationId xmlns:a16="http://schemas.microsoft.com/office/drawing/2014/main" id="{416833D7-09BB-2D90-583D-B70D9DD31E1C}"/>
              </a:ext>
            </a:extLst>
          </p:cNvPr>
          <p:cNvSpPr>
            <a:spLocks noGrp="1"/>
          </p:cNvSpPr>
          <p:nvPr>
            <p:ph type="title"/>
          </p:nvPr>
        </p:nvSpPr>
        <p:spPr/>
        <p:txBody>
          <a:bodyPr/>
          <a:lstStyle/>
          <a:p>
            <a:r>
              <a:rPr lang="en-US" dirty="0"/>
              <a:t>Database Settings</a:t>
            </a:r>
          </a:p>
        </p:txBody>
      </p:sp>
      <p:pic>
        <p:nvPicPr>
          <p:cNvPr id="6" name="Grafik 5">
            <a:extLst>
              <a:ext uri="{FF2B5EF4-FFF2-40B4-BE49-F238E27FC236}">
                <a16:creationId xmlns:a16="http://schemas.microsoft.com/office/drawing/2014/main" id="{17994D5C-9BDD-B980-9B64-C47B5E79E1A2}"/>
              </a:ext>
            </a:extLst>
          </p:cNvPr>
          <p:cNvPicPr>
            <a:picLocks noChangeAspect="1"/>
          </p:cNvPicPr>
          <p:nvPr/>
        </p:nvPicPr>
        <p:blipFill>
          <a:blip r:embed="rId2"/>
          <a:stretch>
            <a:fillRect/>
          </a:stretch>
        </p:blipFill>
        <p:spPr>
          <a:xfrm>
            <a:off x="4021880" y="2924772"/>
            <a:ext cx="4866731" cy="12983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hteck 6">
            <a:extLst>
              <a:ext uri="{FF2B5EF4-FFF2-40B4-BE49-F238E27FC236}">
                <a16:creationId xmlns:a16="http://schemas.microsoft.com/office/drawing/2014/main" id="{A0FF8C9C-452F-F342-E39D-E98BEB378422}"/>
              </a:ext>
            </a:extLst>
          </p:cNvPr>
          <p:cNvSpPr/>
          <p:nvPr/>
        </p:nvSpPr>
        <p:spPr>
          <a:xfrm>
            <a:off x="4021880" y="3465952"/>
            <a:ext cx="4866730" cy="216024"/>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329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anim calcmode="lin" valueType="num">
                                      <p:cBhvr>
                                        <p:cTn id="11" dur="1000" fill="hold"/>
                                        <p:tgtEl>
                                          <p:spTgt spid="7"/>
                                        </p:tgtEl>
                                        <p:attrNameLst>
                                          <p:attrName>ppt_x</p:attrName>
                                        </p:attrNameLst>
                                      </p:cBhvr>
                                      <p:tavLst>
                                        <p:tav tm="0">
                                          <p:val>
                                            <p:strVal val="#ppt_x"/>
                                          </p:val>
                                        </p:tav>
                                        <p:tav tm="100000">
                                          <p:val>
                                            <p:strVal val="#ppt_x"/>
                                          </p:val>
                                        </p:tav>
                                      </p:tavLst>
                                    </p:anim>
                                    <p:anim calcmode="lin" valueType="num">
                                      <p:cBhvr>
                                        <p:cTn id="1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par>
                                <p:cTn id="18" presetID="42" presetClass="path" presetSubtype="0" accel="50000" decel="50000" fill="hold" grpId="1" nodeType="withEffect">
                                  <p:stCondLst>
                                    <p:cond delay="0"/>
                                  </p:stCondLst>
                                  <p:childTnLst>
                                    <p:animMotion origin="layout" path="M -2.77778E-6 -3.08642E-6 L -2.77778E-6 0.0713 " pathEditMode="relative" rAng="0" ptsTypes="AA">
                                      <p:cBhvr>
                                        <p:cTn id="19" dur="2000" fill="hold"/>
                                        <p:tgtEl>
                                          <p:spTgt spid="7"/>
                                        </p:tgtEl>
                                        <p:attrNameLst>
                                          <p:attrName>ppt_x</p:attrName>
                                          <p:attrName>ppt_y</p:attrName>
                                        </p:attrNameLst>
                                      </p:cBhvr>
                                      <p:rCtr x="0" y="3549"/>
                                    </p:animMotion>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fade">
                                      <p:cBhvr>
                                        <p:cTn id="24" dur="500"/>
                                        <p:tgtEl>
                                          <p:spTgt spid="4">
                                            <p:txEl>
                                              <p:pRg st="4" end="4"/>
                                            </p:txEl>
                                          </p:spTgt>
                                        </p:tgtEl>
                                      </p:cBhvr>
                                    </p:animEffect>
                                  </p:childTnLst>
                                </p:cTn>
                              </p:par>
                              <p:par>
                                <p:cTn id="25" presetID="42" presetClass="path" presetSubtype="0" accel="50000" decel="50000" fill="hold" grpId="2" nodeType="withEffect">
                                  <p:stCondLst>
                                    <p:cond delay="0"/>
                                  </p:stCondLst>
                                  <p:childTnLst>
                                    <p:animMotion origin="layout" path="M 2.5E-6 0.0713 L -2.77778E-6 0.11327 " pathEditMode="relative" rAng="0" ptsTypes="AA">
                                      <p:cBhvr>
                                        <p:cTn id="26" dur="2000" fill="hold"/>
                                        <p:tgtEl>
                                          <p:spTgt spid="7"/>
                                        </p:tgtEl>
                                        <p:attrNameLst>
                                          <p:attrName>ppt_x</p:attrName>
                                          <p:attrName>ppt_y</p:attrName>
                                        </p:attrNameLst>
                                      </p:cBhvr>
                                      <p:rCtr x="52" y="209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E56B2-B8A0-AAF2-A738-32D22D665C86}"/>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E9284BCF-BE53-5256-AE65-D1B26DBEAF49}"/>
              </a:ext>
            </a:extLst>
          </p:cNvPr>
          <p:cNvSpPr>
            <a:spLocks noGrp="1"/>
          </p:cNvSpPr>
          <p:nvPr>
            <p:ph type="ctrTitle"/>
          </p:nvPr>
        </p:nvSpPr>
        <p:spPr/>
        <p:txBody>
          <a:bodyPr/>
          <a:lstStyle/>
          <a:p>
            <a:r>
              <a:rPr lang="en-US" dirty="0"/>
              <a:t>Basics of Statistics</a:t>
            </a:r>
          </a:p>
        </p:txBody>
      </p:sp>
      <p:sp>
        <p:nvSpPr>
          <p:cNvPr id="5" name="Untertitel 4">
            <a:extLst>
              <a:ext uri="{FF2B5EF4-FFF2-40B4-BE49-F238E27FC236}">
                <a16:creationId xmlns:a16="http://schemas.microsoft.com/office/drawing/2014/main" id="{A825C7A8-4D62-9E03-8FF6-C98A4DA33C49}"/>
              </a:ext>
            </a:extLst>
          </p:cNvPr>
          <p:cNvSpPr>
            <a:spLocks noGrp="1"/>
          </p:cNvSpPr>
          <p:nvPr>
            <p:ph type="subTitle" idx="1"/>
          </p:nvPr>
        </p:nvSpPr>
        <p:spPr/>
        <p:txBody>
          <a:bodyPr/>
          <a:lstStyle/>
          <a:p>
            <a:pPr algn="l">
              <a:tabLst>
                <a:tab pos="1795463" algn="l"/>
              </a:tabLst>
            </a:pPr>
            <a:r>
              <a:rPr lang="en-US" dirty="0"/>
              <a:t>	Creating Statistics</a:t>
            </a:r>
          </a:p>
          <a:p>
            <a:pPr algn="l">
              <a:tabLst>
                <a:tab pos="1795463" algn="l"/>
              </a:tabLst>
            </a:pPr>
            <a:r>
              <a:rPr lang="en-US" dirty="0"/>
              <a:t>	Types of Statistics: Column/Index Statistics</a:t>
            </a:r>
          </a:p>
          <a:p>
            <a:pPr algn="l">
              <a:tabLst>
                <a:tab pos="1795463" algn="l"/>
              </a:tabLst>
            </a:pPr>
            <a:r>
              <a:rPr lang="en-US" dirty="0"/>
              <a:t>	Updating Statistics</a:t>
            </a:r>
          </a:p>
        </p:txBody>
      </p:sp>
    </p:spTree>
    <p:extLst>
      <p:ext uri="{BB962C8B-B14F-4D97-AF65-F5344CB8AC3E}">
        <p14:creationId xmlns:p14="http://schemas.microsoft.com/office/powerpoint/2010/main" val="4279792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dirty="0"/>
              <a:t>Basics of Statistics</a:t>
            </a:r>
          </a:p>
        </p:txBody>
      </p:sp>
      <p:sp>
        <p:nvSpPr>
          <p:cNvPr id="3" name="Inhaltsplatzhalter 2"/>
          <p:cNvSpPr>
            <a:spLocks noGrp="1"/>
          </p:cNvSpPr>
          <p:nvPr>
            <p:ph sz="half" idx="1"/>
          </p:nvPr>
        </p:nvSpPr>
        <p:spPr/>
        <p:txBody>
          <a:bodyPr>
            <a:normAutofit/>
          </a:bodyPr>
          <a:lstStyle/>
          <a:p>
            <a:r>
              <a:rPr lang="en-US" dirty="0"/>
              <a:t>Creating Statistics</a:t>
            </a:r>
          </a:p>
          <a:p>
            <a:pPr lvl="1"/>
            <a:r>
              <a:rPr lang="en-US" dirty="0"/>
              <a:t>statistics will be created automatically for indexes</a:t>
            </a:r>
          </a:p>
          <a:p>
            <a:pPr lvl="1"/>
            <a:r>
              <a:rPr lang="en-US" dirty="0"/>
              <a:t>SQL Server will create automatic statistics, when</a:t>
            </a:r>
          </a:p>
          <a:p>
            <a:pPr lvl="2"/>
            <a:r>
              <a:rPr lang="en-US" dirty="0"/>
              <a:t>no index are available</a:t>
            </a:r>
            <a:br>
              <a:rPr lang="en-US" dirty="0"/>
            </a:br>
            <a:r>
              <a:rPr lang="en-US" dirty="0"/>
              <a:t>and</a:t>
            </a:r>
          </a:p>
          <a:p>
            <a:pPr lvl="2"/>
            <a:r>
              <a:rPr lang="en-US" dirty="0"/>
              <a:t>DISTINCT</a:t>
            </a:r>
          </a:p>
          <a:p>
            <a:pPr lvl="2"/>
            <a:r>
              <a:rPr lang="en-US" dirty="0"/>
              <a:t>JOIN</a:t>
            </a:r>
          </a:p>
          <a:p>
            <a:pPr lvl="2"/>
            <a:r>
              <a:rPr lang="en-US" dirty="0"/>
              <a:t>WHERE</a:t>
            </a:r>
          </a:p>
          <a:p>
            <a:pPr lvl="2"/>
            <a:r>
              <a:rPr lang="en-US" dirty="0"/>
              <a:t>GROUP BY</a:t>
            </a:r>
          </a:p>
          <a:p>
            <a:pPr lvl="2"/>
            <a:r>
              <a:rPr lang="en-US" strike="sngStrike" dirty="0"/>
              <a:t>ORDER BY</a:t>
            </a:r>
          </a:p>
          <a:p>
            <a:pPr lvl="1"/>
            <a:r>
              <a:rPr lang="en-US" dirty="0"/>
              <a:t>is used</a:t>
            </a:r>
          </a:p>
        </p:txBody>
      </p:sp>
      <p:pic>
        <p:nvPicPr>
          <p:cNvPr id="8" name="Inhaltsplatzhalter 7">
            <a:extLst>
              <a:ext uri="{FF2B5EF4-FFF2-40B4-BE49-F238E27FC236}">
                <a16:creationId xmlns:a16="http://schemas.microsoft.com/office/drawing/2014/main" id="{ADF3E150-75E5-2CC6-7ABB-7DFCE6D98B7A}"/>
              </a:ext>
            </a:extLst>
          </p:cNvPr>
          <p:cNvPicPr>
            <a:picLocks noGrp="1" noChangeAspect="1"/>
          </p:cNvPicPr>
          <p:nvPr>
            <p:ph sz="half" idx="2"/>
          </p:nvPr>
        </p:nvPicPr>
        <p:blipFill>
          <a:blip r:embed="rId2"/>
          <a:stretch>
            <a:fillRect/>
          </a:stretch>
        </p:blipFill>
        <p:spPr>
          <a:xfrm>
            <a:off x="5099670" y="1249363"/>
            <a:ext cx="3488101" cy="3338611"/>
          </a:xfrm>
          <a:prstGeom prst="rect">
            <a:avLst/>
          </a:prstGeom>
          <a:ln>
            <a:noFill/>
          </a:ln>
          <a:effectLst>
            <a:outerShdw blurRad="190500" algn="tl" rotWithShape="0">
              <a:srgbClr val="000000">
                <a:alpha val="70000"/>
              </a:srgbClr>
            </a:outerShdw>
          </a:effectLst>
        </p:spPr>
      </p:pic>
      <p:sp>
        <p:nvSpPr>
          <p:cNvPr id="9" name="Rechteck 8">
            <a:extLst>
              <a:ext uri="{FF2B5EF4-FFF2-40B4-BE49-F238E27FC236}">
                <a16:creationId xmlns:a16="http://schemas.microsoft.com/office/drawing/2014/main" id="{D5FEC504-6DA8-7D82-CB80-8ED43E6A562D}"/>
              </a:ext>
            </a:extLst>
          </p:cNvPr>
          <p:cNvSpPr/>
          <p:nvPr/>
        </p:nvSpPr>
        <p:spPr>
          <a:xfrm>
            <a:off x="6012160" y="2499742"/>
            <a:ext cx="1800200" cy="21602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459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1000"/>
                                        <p:tgtEl>
                                          <p:spTgt spid="3">
                                            <p:txEl>
                                              <p:pRg st="3" end="3"/>
                                            </p:txEl>
                                          </p:spTgt>
                                        </p:tgtEl>
                                      </p:cBhvr>
                                    </p:animEffect>
                                    <p:anim calcmode="lin" valueType="num">
                                      <p:cBhvr>
                                        <p:cTn id="1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1000"/>
                                        <p:tgtEl>
                                          <p:spTgt spid="3">
                                            <p:txEl>
                                              <p:pRg st="5" end="5"/>
                                            </p:txEl>
                                          </p:spTgt>
                                        </p:tgtEl>
                                      </p:cBhvr>
                                    </p:animEffect>
                                    <p:anim calcmode="lin" valueType="num">
                                      <p:cBhvr>
                                        <p:cTn id="1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1000"/>
                                        <p:tgtEl>
                                          <p:spTgt spid="3">
                                            <p:txEl>
                                              <p:pRg st="4" end="4"/>
                                            </p:txEl>
                                          </p:spTgt>
                                        </p:tgtEl>
                                      </p:cBhvr>
                                    </p:animEffect>
                                    <p:anim calcmode="lin" valueType="num">
                                      <p:cBhvr>
                                        <p:cTn id="2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1000"/>
                                        <p:tgtEl>
                                          <p:spTgt spid="3">
                                            <p:txEl>
                                              <p:pRg st="7" end="7"/>
                                            </p:txEl>
                                          </p:spTgt>
                                        </p:tgtEl>
                                      </p:cBhvr>
                                    </p:animEffect>
                                    <p:anim calcmode="lin" valueType="num">
                                      <p:cBhvr>
                                        <p:cTn id="3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1000"/>
                                        <p:tgtEl>
                                          <p:spTgt spid="3">
                                            <p:txEl>
                                              <p:pRg st="8" end="8"/>
                                            </p:txEl>
                                          </p:spTgt>
                                        </p:tgtEl>
                                      </p:cBhvr>
                                    </p:animEffect>
                                    <p:anim calcmode="lin" valueType="num">
                                      <p:cBhvr>
                                        <p:cTn id="3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1000"/>
                                        <p:tgtEl>
                                          <p:spTgt spid="3">
                                            <p:txEl>
                                              <p:pRg st="9" end="9"/>
                                            </p:txEl>
                                          </p:spTgt>
                                        </p:tgtEl>
                                      </p:cBhvr>
                                    </p:animEffect>
                                    <p:anim calcmode="lin" valueType="num">
                                      <p:cBhvr>
                                        <p:cTn id="4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par>
                          <p:cTn id="46" fill="hold">
                            <p:stCondLst>
                              <p:cond delay="2000"/>
                            </p:stCondLst>
                            <p:childTnLst>
                              <p:par>
                                <p:cTn id="47" presetID="10" presetClass="entr" presetSubtype="0" fill="hold" nodeType="after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par>
                          <p:cTn id="50" fill="hold">
                            <p:stCondLst>
                              <p:cond delay="2500"/>
                            </p:stCondLst>
                            <p:childTnLst>
                              <p:par>
                                <p:cTn id="51" presetID="53" presetClass="entr" presetSubtype="16" fill="hold" grpId="0" nodeType="after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p:cTn id="53" dur="500" fill="hold"/>
                                        <p:tgtEl>
                                          <p:spTgt spid="9"/>
                                        </p:tgtEl>
                                        <p:attrNameLst>
                                          <p:attrName>ppt_w</p:attrName>
                                        </p:attrNameLst>
                                      </p:cBhvr>
                                      <p:tavLst>
                                        <p:tav tm="0">
                                          <p:val>
                                            <p:fltVal val="0"/>
                                          </p:val>
                                        </p:tav>
                                        <p:tav tm="100000">
                                          <p:val>
                                            <p:strVal val="#ppt_w"/>
                                          </p:val>
                                        </p:tav>
                                      </p:tavLst>
                                    </p:anim>
                                    <p:anim calcmode="lin" valueType="num">
                                      <p:cBhvr>
                                        <p:cTn id="54" dur="500" fill="hold"/>
                                        <p:tgtEl>
                                          <p:spTgt spid="9"/>
                                        </p:tgtEl>
                                        <p:attrNameLst>
                                          <p:attrName>ppt_h</p:attrName>
                                        </p:attrNameLst>
                                      </p:cBhvr>
                                      <p:tavLst>
                                        <p:tav tm="0">
                                          <p:val>
                                            <p:fltVal val="0"/>
                                          </p:val>
                                        </p:tav>
                                        <p:tav tm="100000">
                                          <p:val>
                                            <p:strVal val="#ppt_h"/>
                                          </p:val>
                                        </p:tav>
                                      </p:tavLst>
                                    </p:anim>
                                    <p:animEffect transition="in" filter="fade">
                                      <p:cBhvr>
                                        <p:cTn id="5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CC0C92-90A1-F348-D2C9-FD78325D3A42}"/>
              </a:ext>
            </a:extLst>
          </p:cNvPr>
          <p:cNvSpPr>
            <a:spLocks noGrp="1"/>
          </p:cNvSpPr>
          <p:nvPr>
            <p:ph type="title"/>
          </p:nvPr>
        </p:nvSpPr>
        <p:spPr/>
        <p:txBody>
          <a:bodyPr/>
          <a:lstStyle/>
          <a:p>
            <a:r>
              <a:rPr lang="en-US" dirty="0"/>
              <a:t>Basics of Statistics</a:t>
            </a:r>
          </a:p>
        </p:txBody>
      </p:sp>
      <p:sp>
        <p:nvSpPr>
          <p:cNvPr id="3" name="Inhaltsplatzhalter 2">
            <a:extLst>
              <a:ext uri="{FF2B5EF4-FFF2-40B4-BE49-F238E27FC236}">
                <a16:creationId xmlns:a16="http://schemas.microsoft.com/office/drawing/2014/main" id="{719918B2-9408-8590-1CDA-E60B423019D2}"/>
              </a:ext>
            </a:extLst>
          </p:cNvPr>
          <p:cNvSpPr>
            <a:spLocks noGrp="1"/>
          </p:cNvSpPr>
          <p:nvPr>
            <p:ph sz="half" idx="1"/>
          </p:nvPr>
        </p:nvSpPr>
        <p:spPr/>
        <p:txBody>
          <a:bodyPr/>
          <a:lstStyle/>
          <a:p>
            <a:r>
              <a:rPr lang="en-US" dirty="0"/>
              <a:t>Column Statistics</a:t>
            </a:r>
          </a:p>
          <a:p>
            <a:pPr lvl="1"/>
            <a:r>
              <a:rPr lang="en-US" dirty="0"/>
              <a:t>are created automatically if no index is available.</a:t>
            </a:r>
          </a:p>
          <a:p>
            <a:pPr lvl="1"/>
            <a:r>
              <a:rPr lang="en-US" dirty="0"/>
              <a:t>Are usually identified with the prefix _</a:t>
            </a:r>
            <a:r>
              <a:rPr lang="en-US" dirty="0" err="1"/>
              <a:t>WA_Sys</a:t>
            </a:r>
            <a:r>
              <a:rPr lang="en-US" dirty="0"/>
              <a:t>_</a:t>
            </a:r>
          </a:p>
          <a:p>
            <a:r>
              <a:rPr lang="en-US" dirty="0"/>
              <a:t>Index Statistics</a:t>
            </a:r>
          </a:p>
          <a:p>
            <a:pPr lvl="1"/>
            <a:r>
              <a:rPr lang="en-US" dirty="0"/>
              <a:t>are created automatically when the index is created/rebuilt</a:t>
            </a:r>
          </a:p>
          <a:p>
            <a:pPr lvl="1"/>
            <a:r>
              <a:rPr lang="en-US" dirty="0"/>
              <a:t>If an index statistics object exists no automatically created statistic will be created anymore.</a:t>
            </a:r>
          </a:p>
          <a:p>
            <a:pPr lvl="1"/>
            <a:r>
              <a:rPr lang="en-US" b="1" dirty="0">
                <a:solidFill>
                  <a:srgbClr val="FF0000"/>
                </a:solidFill>
              </a:rPr>
              <a:t>The sample rate for statistics is ALWAYS 100% when the index is created/rebuilt!</a:t>
            </a:r>
          </a:p>
        </p:txBody>
      </p:sp>
      <p:pic>
        <p:nvPicPr>
          <p:cNvPr id="6" name="Inhaltsplatzhalter 5">
            <a:extLst>
              <a:ext uri="{FF2B5EF4-FFF2-40B4-BE49-F238E27FC236}">
                <a16:creationId xmlns:a16="http://schemas.microsoft.com/office/drawing/2014/main" id="{5140CD5A-08E8-43BA-5D43-E6F80A2F4F70}"/>
              </a:ext>
            </a:extLst>
          </p:cNvPr>
          <p:cNvPicPr>
            <a:picLocks noGrp="1" noChangeAspect="1"/>
          </p:cNvPicPr>
          <p:nvPr>
            <p:ph sz="half" idx="2"/>
          </p:nvPr>
        </p:nvPicPr>
        <p:blipFill>
          <a:blip r:embed="rId2"/>
          <a:stretch>
            <a:fillRect/>
          </a:stretch>
        </p:blipFill>
        <p:spPr>
          <a:xfrm>
            <a:off x="5148064" y="1245351"/>
            <a:ext cx="2581635" cy="2715004"/>
          </a:xfrm>
          <a:prstGeom prst="rect">
            <a:avLst/>
          </a:prstGeom>
          <a:ln>
            <a:noFill/>
          </a:ln>
          <a:effectLst>
            <a:outerShdw blurRad="190500" algn="tl" rotWithShape="0">
              <a:srgbClr val="000000">
                <a:alpha val="70000"/>
              </a:srgbClr>
            </a:outerShdw>
          </a:effectLst>
        </p:spPr>
      </p:pic>
      <p:pic>
        <p:nvPicPr>
          <p:cNvPr id="8" name="Grafik 7">
            <a:extLst>
              <a:ext uri="{FF2B5EF4-FFF2-40B4-BE49-F238E27FC236}">
                <a16:creationId xmlns:a16="http://schemas.microsoft.com/office/drawing/2014/main" id="{F48088FE-885E-8DC8-5515-9FF6CB9741F8}"/>
              </a:ext>
            </a:extLst>
          </p:cNvPr>
          <p:cNvPicPr>
            <a:picLocks noChangeAspect="1"/>
          </p:cNvPicPr>
          <p:nvPr/>
        </p:nvPicPr>
        <p:blipFill>
          <a:blip r:embed="rId3"/>
          <a:srcRect r="15839"/>
          <a:stretch/>
        </p:blipFill>
        <p:spPr>
          <a:xfrm>
            <a:off x="5142749" y="1245351"/>
            <a:ext cx="2581635" cy="166710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254271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xit" presetSubtype="0" fill="hold" nodeType="withEffect">
                                  <p:stCondLst>
                                    <p:cond delay="0"/>
                                  </p:stCondLst>
                                  <p:childTnLst>
                                    <p:animEffect transition="out" filter="fade">
                                      <p:cBhvr>
                                        <p:cTn id="29" dur="500"/>
                                        <p:tgtEl>
                                          <p:spTgt spid="6"/>
                                        </p:tgtEl>
                                      </p:cBhvr>
                                    </p:animEffect>
                                    <p:set>
                                      <p:cBhvr>
                                        <p:cTn id="30" dur="1" fill="hold">
                                          <p:stCondLst>
                                            <p:cond delay="499"/>
                                          </p:stCondLst>
                                        </p:cTn>
                                        <p:tgtEl>
                                          <p:spTgt spid="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fade">
                                      <p:cBhvr>
                                        <p:cTn id="4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F220DFB-3499-4C25-0360-3CBD1BE16539}"/>
              </a:ext>
            </a:extLst>
          </p:cNvPr>
          <p:cNvSpPr>
            <a:spLocks noGrp="1"/>
          </p:cNvSpPr>
          <p:nvPr>
            <p:ph type="title"/>
          </p:nvPr>
        </p:nvSpPr>
        <p:spPr/>
        <p:txBody>
          <a:bodyPr/>
          <a:lstStyle/>
          <a:p>
            <a:r>
              <a:rPr lang="en-US" dirty="0"/>
              <a:t>Triggering Update of Statistics</a:t>
            </a:r>
          </a:p>
        </p:txBody>
      </p:sp>
      <p:cxnSp>
        <p:nvCxnSpPr>
          <p:cNvPr id="6" name="Gerade Verbindung mit Pfeil 5">
            <a:extLst>
              <a:ext uri="{FF2B5EF4-FFF2-40B4-BE49-F238E27FC236}">
                <a16:creationId xmlns:a16="http://schemas.microsoft.com/office/drawing/2014/main" id="{72FABA13-3C81-69C2-63CB-6DA5D5E85DC4}"/>
              </a:ext>
            </a:extLst>
          </p:cNvPr>
          <p:cNvCxnSpPr/>
          <p:nvPr/>
        </p:nvCxnSpPr>
        <p:spPr>
          <a:xfrm>
            <a:off x="251224" y="2571750"/>
            <a:ext cx="8587250"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50C87104-0A4E-0833-96D6-EAFEA6C3C546}"/>
              </a:ext>
            </a:extLst>
          </p:cNvPr>
          <p:cNvCxnSpPr>
            <a:cxnSpLocks/>
          </p:cNvCxnSpPr>
          <p:nvPr/>
        </p:nvCxnSpPr>
        <p:spPr>
          <a:xfrm>
            <a:off x="1331640" y="2436735"/>
            <a:ext cx="0" cy="27003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29BC5C7E-2D34-48BB-0353-1E6547CA2920}"/>
              </a:ext>
            </a:extLst>
          </p:cNvPr>
          <p:cNvCxnSpPr>
            <a:cxnSpLocks/>
          </p:cNvCxnSpPr>
          <p:nvPr/>
        </p:nvCxnSpPr>
        <p:spPr>
          <a:xfrm>
            <a:off x="2411760" y="2436735"/>
            <a:ext cx="0" cy="27003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5406801F-690F-DA8C-1642-0D6D577D83BA}"/>
              </a:ext>
            </a:extLst>
          </p:cNvPr>
          <p:cNvCxnSpPr>
            <a:cxnSpLocks/>
          </p:cNvCxnSpPr>
          <p:nvPr/>
        </p:nvCxnSpPr>
        <p:spPr>
          <a:xfrm>
            <a:off x="3491880" y="2436735"/>
            <a:ext cx="0" cy="27003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44F4F611-3025-F626-9110-FE1C363E6834}"/>
              </a:ext>
            </a:extLst>
          </p:cNvPr>
          <p:cNvCxnSpPr>
            <a:cxnSpLocks/>
          </p:cNvCxnSpPr>
          <p:nvPr/>
        </p:nvCxnSpPr>
        <p:spPr>
          <a:xfrm>
            <a:off x="4572000" y="2436735"/>
            <a:ext cx="0" cy="27003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F5F8FFD7-A8E0-B24F-11F5-8E0B9ADBA230}"/>
              </a:ext>
            </a:extLst>
          </p:cNvPr>
          <p:cNvCxnSpPr>
            <a:cxnSpLocks/>
          </p:cNvCxnSpPr>
          <p:nvPr/>
        </p:nvCxnSpPr>
        <p:spPr>
          <a:xfrm>
            <a:off x="5652120" y="2436735"/>
            <a:ext cx="0" cy="27003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3B38477C-B9ED-0DE8-0BF2-C551E2AA74D1}"/>
              </a:ext>
            </a:extLst>
          </p:cNvPr>
          <p:cNvCxnSpPr>
            <a:cxnSpLocks/>
          </p:cNvCxnSpPr>
          <p:nvPr/>
        </p:nvCxnSpPr>
        <p:spPr>
          <a:xfrm>
            <a:off x="6732240" y="2436735"/>
            <a:ext cx="0" cy="27003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CED31FB1-9496-8447-0BF6-2921B62676E5}"/>
              </a:ext>
            </a:extLst>
          </p:cNvPr>
          <p:cNvCxnSpPr>
            <a:cxnSpLocks/>
          </p:cNvCxnSpPr>
          <p:nvPr/>
        </p:nvCxnSpPr>
        <p:spPr>
          <a:xfrm>
            <a:off x="7812360" y="2436735"/>
            <a:ext cx="0" cy="27003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4E929E38-B922-DF87-E586-05506D4838C2}"/>
              </a:ext>
            </a:extLst>
          </p:cNvPr>
          <p:cNvCxnSpPr>
            <a:cxnSpLocks/>
          </p:cNvCxnSpPr>
          <p:nvPr/>
        </p:nvCxnSpPr>
        <p:spPr>
          <a:xfrm>
            <a:off x="263219" y="2436735"/>
            <a:ext cx="0" cy="27003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CCC63B43-BFC2-CEF5-9DA5-2C0D321ADCB4}"/>
              </a:ext>
            </a:extLst>
          </p:cNvPr>
          <p:cNvSpPr txBox="1"/>
          <p:nvPr/>
        </p:nvSpPr>
        <p:spPr>
          <a:xfrm>
            <a:off x="251223" y="1248966"/>
            <a:ext cx="3177778" cy="57708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US" sz="1050" b="1" dirty="0">
                <a:solidFill>
                  <a:schemeClr val="accent5"/>
                </a:solidFill>
                <a:latin typeface="Lucida Console" panose="020B0609040504020204" pitchFamily="49" charset="0"/>
              </a:rPr>
              <a:t>SELECT</a:t>
            </a:r>
            <a:r>
              <a:rPr lang="en-US" sz="1050" b="1" dirty="0">
                <a:latin typeface="Lucida Console" panose="020B0609040504020204" pitchFamily="49" charset="0"/>
              </a:rPr>
              <a:t> *</a:t>
            </a:r>
          </a:p>
          <a:p>
            <a:r>
              <a:rPr lang="en-US" sz="1050" b="1" dirty="0">
                <a:solidFill>
                  <a:schemeClr val="accent5"/>
                </a:solidFill>
                <a:latin typeface="Lucida Console" panose="020B0609040504020204" pitchFamily="49" charset="0"/>
              </a:rPr>
              <a:t>FROM</a:t>
            </a:r>
            <a:r>
              <a:rPr lang="en-US" sz="1050" b="1" dirty="0">
                <a:latin typeface="Lucida Console" panose="020B0609040504020204" pitchFamily="49" charset="0"/>
              </a:rPr>
              <a:t>   </a:t>
            </a:r>
            <a:r>
              <a:rPr lang="en-US" sz="1050" b="1" dirty="0" err="1">
                <a:latin typeface="Lucida Console" panose="020B0609040504020204" pitchFamily="49" charset="0"/>
              </a:rPr>
              <a:t>dbo.customers</a:t>
            </a:r>
            <a:br>
              <a:rPr lang="en-US" sz="1050" b="1" dirty="0">
                <a:latin typeface="Lucida Console" panose="020B0609040504020204" pitchFamily="49" charset="0"/>
              </a:rPr>
            </a:br>
            <a:r>
              <a:rPr lang="en-US" sz="1050" b="1" dirty="0">
                <a:solidFill>
                  <a:schemeClr val="accent5"/>
                </a:solidFill>
                <a:latin typeface="Lucida Console" panose="020B0609040504020204" pitchFamily="49" charset="0"/>
              </a:rPr>
              <a:t>WHERE</a:t>
            </a:r>
            <a:r>
              <a:rPr lang="en-US" sz="1050" b="1" dirty="0">
                <a:latin typeface="Lucida Console" panose="020B0609040504020204" pitchFamily="49" charset="0"/>
              </a:rPr>
              <a:t>  </a:t>
            </a:r>
            <a:r>
              <a:rPr lang="en-US" sz="1050" b="1" dirty="0" err="1">
                <a:latin typeface="Lucida Console" panose="020B0609040504020204" pitchFamily="49" charset="0"/>
              </a:rPr>
              <a:t>c_name</a:t>
            </a:r>
            <a:r>
              <a:rPr lang="en-US" sz="1050" b="1" dirty="0">
                <a:latin typeface="Lucida Console" panose="020B0609040504020204" pitchFamily="49" charset="0"/>
              </a:rPr>
              <a:t> = </a:t>
            </a:r>
            <a:r>
              <a:rPr lang="en-US" sz="1050" b="1" dirty="0">
                <a:solidFill>
                  <a:srgbClr val="FF0000"/>
                </a:solidFill>
                <a:latin typeface="Lucida Console" panose="020B0609040504020204" pitchFamily="49" charset="0"/>
              </a:rPr>
              <a:t>‘db Berater GmbH’</a:t>
            </a:r>
            <a:r>
              <a:rPr lang="en-US" sz="1050" b="1" dirty="0">
                <a:latin typeface="Lucida Console" panose="020B0609040504020204" pitchFamily="49" charset="0"/>
              </a:rPr>
              <a:t>;</a:t>
            </a:r>
          </a:p>
        </p:txBody>
      </p:sp>
      <p:cxnSp>
        <p:nvCxnSpPr>
          <p:cNvPr id="18" name="Gerade Verbindung mit Pfeil 17">
            <a:extLst>
              <a:ext uri="{FF2B5EF4-FFF2-40B4-BE49-F238E27FC236}">
                <a16:creationId xmlns:a16="http://schemas.microsoft.com/office/drawing/2014/main" id="{6E4F2C83-D1DA-4104-0381-E583C704F83D}"/>
              </a:ext>
            </a:extLst>
          </p:cNvPr>
          <p:cNvCxnSpPr>
            <a:stCxn id="16" idx="2"/>
          </p:cNvCxnSpPr>
          <p:nvPr/>
        </p:nvCxnSpPr>
        <p:spPr>
          <a:xfrm flipH="1">
            <a:off x="263219" y="1826047"/>
            <a:ext cx="1576893" cy="61068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9" name="Textfeld 18">
            <a:extLst>
              <a:ext uri="{FF2B5EF4-FFF2-40B4-BE49-F238E27FC236}">
                <a16:creationId xmlns:a16="http://schemas.microsoft.com/office/drawing/2014/main" id="{6B425970-F31C-E193-2736-93E7B78FE357}"/>
              </a:ext>
            </a:extLst>
          </p:cNvPr>
          <p:cNvSpPr txBox="1"/>
          <p:nvPr/>
        </p:nvSpPr>
        <p:spPr>
          <a:xfrm>
            <a:off x="1331640" y="2859782"/>
            <a:ext cx="6480715" cy="300082"/>
          </a:xfrm>
          <a:prstGeom prst="rect">
            <a:avLst/>
          </a:prstGeom>
          <a:noFill/>
        </p:spPr>
        <p:txBody>
          <a:bodyPr wrap="square" rtlCol="0">
            <a:spAutoFit/>
          </a:bodyPr>
          <a:lstStyle/>
          <a:p>
            <a:pPr algn="ctr"/>
            <a:r>
              <a:rPr lang="en-US" sz="1350" b="1" dirty="0"/>
              <a:t>Compilation and Optimization</a:t>
            </a:r>
          </a:p>
        </p:txBody>
      </p:sp>
      <p:sp>
        <p:nvSpPr>
          <p:cNvPr id="20" name="Textfeld 19">
            <a:extLst>
              <a:ext uri="{FF2B5EF4-FFF2-40B4-BE49-F238E27FC236}">
                <a16:creationId xmlns:a16="http://schemas.microsoft.com/office/drawing/2014/main" id="{7C63A38B-942E-CB55-D437-4691E4D83882}"/>
              </a:ext>
            </a:extLst>
          </p:cNvPr>
          <p:cNvSpPr txBox="1"/>
          <p:nvPr/>
        </p:nvSpPr>
        <p:spPr>
          <a:xfrm>
            <a:off x="1331640" y="3246463"/>
            <a:ext cx="1080120" cy="411650"/>
          </a:xfrm>
          <a:prstGeom prst="rect">
            <a:avLst/>
          </a:prstGeom>
          <a:noFill/>
          <a:ln>
            <a:solidFill>
              <a:schemeClr val="tx1"/>
            </a:solidFill>
          </a:ln>
        </p:spPr>
        <p:txBody>
          <a:bodyPr wrap="square" rtlCol="0" anchor="t" anchorCtr="0">
            <a:noAutofit/>
          </a:bodyPr>
          <a:lstStyle/>
          <a:p>
            <a:pPr algn="ctr"/>
            <a:r>
              <a:rPr lang="en-US" sz="1000" b="1" dirty="0"/>
              <a:t>Binding Phase</a:t>
            </a:r>
          </a:p>
        </p:txBody>
      </p:sp>
      <p:sp>
        <p:nvSpPr>
          <p:cNvPr id="22" name="Textfeld 21">
            <a:extLst>
              <a:ext uri="{FF2B5EF4-FFF2-40B4-BE49-F238E27FC236}">
                <a16:creationId xmlns:a16="http://schemas.microsoft.com/office/drawing/2014/main" id="{3F8CC733-6332-C767-677D-AE0BCF700B6A}"/>
              </a:ext>
            </a:extLst>
          </p:cNvPr>
          <p:cNvSpPr txBox="1"/>
          <p:nvPr/>
        </p:nvSpPr>
        <p:spPr>
          <a:xfrm>
            <a:off x="251222" y="2706765"/>
            <a:ext cx="288862" cy="253916"/>
          </a:xfrm>
          <a:prstGeom prst="rect">
            <a:avLst/>
          </a:prstGeom>
          <a:noFill/>
        </p:spPr>
        <p:txBody>
          <a:bodyPr wrap="none" rtlCol="0">
            <a:spAutoFit/>
          </a:bodyPr>
          <a:lstStyle/>
          <a:p>
            <a:r>
              <a:rPr lang="en-US" sz="1050" b="1" dirty="0"/>
              <a:t>t</a:t>
            </a:r>
            <a:r>
              <a:rPr lang="en-US" sz="1050" b="1" baseline="-25000" dirty="0"/>
              <a:t>0</a:t>
            </a:r>
          </a:p>
        </p:txBody>
      </p:sp>
      <p:sp>
        <p:nvSpPr>
          <p:cNvPr id="23" name="Textfeld 22">
            <a:extLst>
              <a:ext uri="{FF2B5EF4-FFF2-40B4-BE49-F238E27FC236}">
                <a16:creationId xmlns:a16="http://schemas.microsoft.com/office/drawing/2014/main" id="{E16E2045-505F-FD8D-0710-84E43B276BB5}"/>
              </a:ext>
            </a:extLst>
          </p:cNvPr>
          <p:cNvSpPr txBox="1"/>
          <p:nvPr/>
        </p:nvSpPr>
        <p:spPr>
          <a:xfrm>
            <a:off x="1330897" y="2704262"/>
            <a:ext cx="288862" cy="253916"/>
          </a:xfrm>
          <a:prstGeom prst="rect">
            <a:avLst/>
          </a:prstGeom>
          <a:noFill/>
        </p:spPr>
        <p:txBody>
          <a:bodyPr wrap="none" rtlCol="0">
            <a:spAutoFit/>
          </a:bodyPr>
          <a:lstStyle/>
          <a:p>
            <a:r>
              <a:rPr lang="en-US" sz="1050" b="1" dirty="0"/>
              <a:t>t</a:t>
            </a:r>
            <a:r>
              <a:rPr lang="en-US" sz="1050" b="1" baseline="-25000" dirty="0"/>
              <a:t>1</a:t>
            </a:r>
          </a:p>
        </p:txBody>
      </p:sp>
      <p:sp>
        <p:nvSpPr>
          <p:cNvPr id="24" name="Textfeld 23">
            <a:extLst>
              <a:ext uri="{FF2B5EF4-FFF2-40B4-BE49-F238E27FC236}">
                <a16:creationId xmlns:a16="http://schemas.microsoft.com/office/drawing/2014/main" id="{DF96F8F8-2877-E1EA-937D-335A75C92118}"/>
              </a:ext>
            </a:extLst>
          </p:cNvPr>
          <p:cNvSpPr txBox="1"/>
          <p:nvPr/>
        </p:nvSpPr>
        <p:spPr>
          <a:xfrm>
            <a:off x="2411389" y="3246463"/>
            <a:ext cx="1080120" cy="411650"/>
          </a:xfrm>
          <a:prstGeom prst="rect">
            <a:avLst/>
          </a:prstGeom>
          <a:noFill/>
          <a:ln>
            <a:solidFill>
              <a:schemeClr val="tx1"/>
            </a:solidFill>
          </a:ln>
        </p:spPr>
        <p:txBody>
          <a:bodyPr wrap="square" rtlCol="0" anchor="t" anchorCtr="0">
            <a:noAutofit/>
          </a:bodyPr>
          <a:lstStyle/>
          <a:p>
            <a:pPr algn="ctr"/>
            <a:r>
              <a:rPr lang="en-US" sz="1000" b="1" dirty="0"/>
              <a:t>Optimization Phase</a:t>
            </a:r>
          </a:p>
        </p:txBody>
      </p:sp>
      <p:sp>
        <p:nvSpPr>
          <p:cNvPr id="25" name="Textfeld 24">
            <a:extLst>
              <a:ext uri="{FF2B5EF4-FFF2-40B4-BE49-F238E27FC236}">
                <a16:creationId xmlns:a16="http://schemas.microsoft.com/office/drawing/2014/main" id="{D29EA67C-9788-1971-5F0E-BB233B7679A7}"/>
              </a:ext>
            </a:extLst>
          </p:cNvPr>
          <p:cNvSpPr txBox="1"/>
          <p:nvPr/>
        </p:nvSpPr>
        <p:spPr>
          <a:xfrm>
            <a:off x="2411389" y="2704262"/>
            <a:ext cx="288862" cy="253916"/>
          </a:xfrm>
          <a:prstGeom prst="rect">
            <a:avLst/>
          </a:prstGeom>
          <a:noFill/>
        </p:spPr>
        <p:txBody>
          <a:bodyPr wrap="none" rtlCol="0">
            <a:spAutoFit/>
          </a:bodyPr>
          <a:lstStyle/>
          <a:p>
            <a:r>
              <a:rPr lang="en-US" sz="1050" b="1" dirty="0"/>
              <a:t>t</a:t>
            </a:r>
            <a:r>
              <a:rPr lang="en-US" sz="1050" b="1" baseline="-25000" dirty="0"/>
              <a:t>2</a:t>
            </a:r>
          </a:p>
        </p:txBody>
      </p:sp>
      <p:sp>
        <p:nvSpPr>
          <p:cNvPr id="26" name="Textfeld 25">
            <a:extLst>
              <a:ext uri="{FF2B5EF4-FFF2-40B4-BE49-F238E27FC236}">
                <a16:creationId xmlns:a16="http://schemas.microsoft.com/office/drawing/2014/main" id="{F4A8A769-5A57-0A40-15A8-2413758AA073}"/>
              </a:ext>
            </a:extLst>
          </p:cNvPr>
          <p:cNvSpPr txBox="1"/>
          <p:nvPr/>
        </p:nvSpPr>
        <p:spPr>
          <a:xfrm>
            <a:off x="2411389" y="3813889"/>
            <a:ext cx="1080120" cy="411650"/>
          </a:xfrm>
          <a:prstGeom prst="rect">
            <a:avLst/>
          </a:prstGeom>
          <a:noFill/>
          <a:ln>
            <a:solidFill>
              <a:schemeClr val="tx1"/>
            </a:solidFill>
          </a:ln>
        </p:spPr>
        <p:txBody>
          <a:bodyPr wrap="square" rtlCol="0" anchor="t" anchorCtr="0">
            <a:noAutofit/>
          </a:bodyPr>
          <a:lstStyle/>
          <a:p>
            <a:pPr algn="ctr"/>
            <a:r>
              <a:rPr lang="en-US" sz="1000" b="1" dirty="0"/>
              <a:t>Loading Statistics</a:t>
            </a:r>
          </a:p>
        </p:txBody>
      </p:sp>
      <p:sp>
        <p:nvSpPr>
          <p:cNvPr id="27" name="Textfeld 26">
            <a:extLst>
              <a:ext uri="{FF2B5EF4-FFF2-40B4-BE49-F238E27FC236}">
                <a16:creationId xmlns:a16="http://schemas.microsoft.com/office/drawing/2014/main" id="{28C3D6A7-C661-FBDF-C255-18ADCE01499A}"/>
              </a:ext>
            </a:extLst>
          </p:cNvPr>
          <p:cNvSpPr txBox="1"/>
          <p:nvPr/>
        </p:nvSpPr>
        <p:spPr>
          <a:xfrm>
            <a:off x="6732240" y="3246462"/>
            <a:ext cx="1080120" cy="411650"/>
          </a:xfrm>
          <a:prstGeom prst="rect">
            <a:avLst/>
          </a:prstGeom>
          <a:noFill/>
          <a:ln>
            <a:solidFill>
              <a:schemeClr val="tx1"/>
            </a:solidFill>
          </a:ln>
        </p:spPr>
        <p:txBody>
          <a:bodyPr wrap="square" rtlCol="0" anchor="t" anchorCtr="0">
            <a:noAutofit/>
          </a:bodyPr>
          <a:lstStyle/>
          <a:p>
            <a:pPr algn="ctr"/>
            <a:r>
              <a:rPr lang="en-US" sz="1000" b="1" dirty="0"/>
              <a:t>Creating a Plan</a:t>
            </a:r>
          </a:p>
        </p:txBody>
      </p:sp>
      <p:sp>
        <p:nvSpPr>
          <p:cNvPr id="28" name="Textfeld 27">
            <a:extLst>
              <a:ext uri="{FF2B5EF4-FFF2-40B4-BE49-F238E27FC236}">
                <a16:creationId xmlns:a16="http://schemas.microsoft.com/office/drawing/2014/main" id="{E33265A0-7B11-7805-2079-704C900A1B0C}"/>
              </a:ext>
            </a:extLst>
          </p:cNvPr>
          <p:cNvSpPr txBox="1"/>
          <p:nvPr/>
        </p:nvSpPr>
        <p:spPr>
          <a:xfrm>
            <a:off x="7812659" y="3246461"/>
            <a:ext cx="1080120" cy="411650"/>
          </a:xfrm>
          <a:prstGeom prst="rect">
            <a:avLst/>
          </a:prstGeom>
          <a:noFill/>
          <a:ln>
            <a:solidFill>
              <a:schemeClr val="tx1"/>
            </a:solidFill>
          </a:ln>
        </p:spPr>
        <p:txBody>
          <a:bodyPr wrap="square" rtlCol="0" anchor="t" anchorCtr="0">
            <a:noAutofit/>
          </a:bodyPr>
          <a:lstStyle/>
          <a:p>
            <a:pPr algn="ctr"/>
            <a:r>
              <a:rPr lang="en-US" sz="1000" b="1" dirty="0"/>
              <a:t>Execute the Query</a:t>
            </a:r>
          </a:p>
        </p:txBody>
      </p:sp>
      <p:sp>
        <p:nvSpPr>
          <p:cNvPr id="29" name="Raute 28">
            <a:extLst>
              <a:ext uri="{FF2B5EF4-FFF2-40B4-BE49-F238E27FC236}">
                <a16:creationId xmlns:a16="http://schemas.microsoft.com/office/drawing/2014/main" id="{9DADB14F-6233-A138-61EB-A1D1A6F01531}"/>
              </a:ext>
            </a:extLst>
          </p:cNvPr>
          <p:cNvSpPr/>
          <p:nvPr/>
        </p:nvSpPr>
        <p:spPr>
          <a:xfrm>
            <a:off x="3599892" y="3813889"/>
            <a:ext cx="971365" cy="411650"/>
          </a:xfrm>
          <a:prstGeom prst="diamond">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b="1" dirty="0"/>
              <a:t>Out</a:t>
            </a:r>
            <a:br>
              <a:rPr lang="en-US" sz="600" b="1" dirty="0"/>
            </a:br>
            <a:r>
              <a:rPr lang="en-US" sz="600" b="1" dirty="0"/>
              <a:t>dated?</a:t>
            </a:r>
          </a:p>
        </p:txBody>
      </p:sp>
      <p:cxnSp>
        <p:nvCxnSpPr>
          <p:cNvPr id="31" name="Gerade Verbindung mit Pfeil 30">
            <a:extLst>
              <a:ext uri="{FF2B5EF4-FFF2-40B4-BE49-F238E27FC236}">
                <a16:creationId xmlns:a16="http://schemas.microsoft.com/office/drawing/2014/main" id="{92113B18-61F0-0705-4D54-AC95887E245B}"/>
              </a:ext>
            </a:extLst>
          </p:cNvPr>
          <p:cNvCxnSpPr>
            <a:cxnSpLocks/>
            <a:stCxn id="26" idx="3"/>
            <a:endCxn id="29" idx="1"/>
          </p:cNvCxnSpPr>
          <p:nvPr/>
        </p:nvCxnSpPr>
        <p:spPr>
          <a:xfrm>
            <a:off x="3491509" y="4019714"/>
            <a:ext cx="108383"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Verbinder: gewinkelt 35">
            <a:extLst>
              <a:ext uri="{FF2B5EF4-FFF2-40B4-BE49-F238E27FC236}">
                <a16:creationId xmlns:a16="http://schemas.microsoft.com/office/drawing/2014/main" id="{C5170B1A-D710-613B-602F-33A2C477734F}"/>
              </a:ext>
            </a:extLst>
          </p:cNvPr>
          <p:cNvCxnSpPr>
            <a:cxnSpLocks/>
            <a:stCxn id="29" idx="0"/>
            <a:endCxn id="27" idx="1"/>
          </p:cNvCxnSpPr>
          <p:nvPr/>
        </p:nvCxnSpPr>
        <p:spPr>
          <a:xfrm rot="5400000" flipH="1" flipV="1">
            <a:off x="5228107" y="2309756"/>
            <a:ext cx="361601" cy="2646665"/>
          </a:xfrm>
          <a:prstGeom prst="bentConnector2">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781B13FE-3DB2-2F26-AA08-D4C09417FF18}"/>
              </a:ext>
            </a:extLst>
          </p:cNvPr>
          <p:cNvSpPr txBox="1"/>
          <p:nvPr/>
        </p:nvSpPr>
        <p:spPr>
          <a:xfrm>
            <a:off x="7812354" y="2704262"/>
            <a:ext cx="292068" cy="253916"/>
          </a:xfrm>
          <a:prstGeom prst="rect">
            <a:avLst/>
          </a:prstGeom>
          <a:noFill/>
        </p:spPr>
        <p:txBody>
          <a:bodyPr wrap="none" rtlCol="0">
            <a:spAutoFit/>
          </a:bodyPr>
          <a:lstStyle/>
          <a:p>
            <a:r>
              <a:rPr lang="en-US" sz="1050" b="1" dirty="0" err="1"/>
              <a:t>t</a:t>
            </a:r>
            <a:r>
              <a:rPr lang="en-US" sz="1050" b="1" baseline="-25000" dirty="0" err="1"/>
              <a:t>n</a:t>
            </a:r>
            <a:endParaRPr lang="en-US" sz="1050" b="1" baseline="-25000" dirty="0"/>
          </a:p>
        </p:txBody>
      </p:sp>
      <p:sp>
        <p:nvSpPr>
          <p:cNvPr id="41" name="Textfeld 40">
            <a:extLst>
              <a:ext uri="{FF2B5EF4-FFF2-40B4-BE49-F238E27FC236}">
                <a16:creationId xmlns:a16="http://schemas.microsoft.com/office/drawing/2014/main" id="{30C31D57-8703-DA7C-DFAF-1DCAA29CD722}"/>
              </a:ext>
            </a:extLst>
          </p:cNvPr>
          <p:cNvSpPr txBox="1"/>
          <p:nvPr/>
        </p:nvSpPr>
        <p:spPr>
          <a:xfrm>
            <a:off x="4085271" y="3253431"/>
            <a:ext cx="2646524" cy="253916"/>
          </a:xfrm>
          <a:prstGeom prst="rect">
            <a:avLst/>
          </a:prstGeom>
          <a:noFill/>
        </p:spPr>
        <p:txBody>
          <a:bodyPr wrap="square" rtlCol="0">
            <a:spAutoFit/>
          </a:bodyPr>
          <a:lstStyle/>
          <a:p>
            <a:pPr algn="ctr"/>
            <a:r>
              <a:rPr lang="en-US" sz="1050" b="1" dirty="0">
                <a:solidFill>
                  <a:schemeClr val="accent6">
                    <a:lumMod val="75000"/>
                  </a:schemeClr>
                </a:solidFill>
              </a:rPr>
              <a:t>No</a:t>
            </a:r>
          </a:p>
        </p:txBody>
      </p:sp>
      <p:sp>
        <p:nvSpPr>
          <p:cNvPr id="42" name="Textfeld 41">
            <a:extLst>
              <a:ext uri="{FF2B5EF4-FFF2-40B4-BE49-F238E27FC236}">
                <a16:creationId xmlns:a16="http://schemas.microsoft.com/office/drawing/2014/main" id="{170EC4FA-1619-56F8-5AE1-88CDDFDC3B04}"/>
              </a:ext>
            </a:extLst>
          </p:cNvPr>
          <p:cNvSpPr txBox="1"/>
          <p:nvPr/>
        </p:nvSpPr>
        <p:spPr>
          <a:xfrm>
            <a:off x="5652120" y="3813889"/>
            <a:ext cx="1080120" cy="411650"/>
          </a:xfrm>
          <a:prstGeom prst="rect">
            <a:avLst/>
          </a:prstGeom>
          <a:noFill/>
          <a:ln>
            <a:solidFill>
              <a:schemeClr val="tx1"/>
            </a:solidFill>
          </a:ln>
        </p:spPr>
        <p:txBody>
          <a:bodyPr wrap="square" rtlCol="0" anchor="t" anchorCtr="0">
            <a:noAutofit/>
          </a:bodyPr>
          <a:lstStyle/>
          <a:p>
            <a:pPr algn="ctr"/>
            <a:r>
              <a:rPr lang="en-US" sz="1000" b="1" dirty="0"/>
              <a:t>Update Statistics</a:t>
            </a:r>
          </a:p>
        </p:txBody>
      </p:sp>
      <p:cxnSp>
        <p:nvCxnSpPr>
          <p:cNvPr id="44" name="Gerade Verbindung mit Pfeil 43">
            <a:extLst>
              <a:ext uri="{FF2B5EF4-FFF2-40B4-BE49-F238E27FC236}">
                <a16:creationId xmlns:a16="http://schemas.microsoft.com/office/drawing/2014/main" id="{F88D777D-C58D-8775-2B93-BB14944387DB}"/>
              </a:ext>
            </a:extLst>
          </p:cNvPr>
          <p:cNvCxnSpPr>
            <a:stCxn id="29" idx="3"/>
            <a:endCxn id="42" idx="1"/>
          </p:cNvCxnSpPr>
          <p:nvPr/>
        </p:nvCxnSpPr>
        <p:spPr>
          <a:xfrm>
            <a:off x="4571257" y="4019714"/>
            <a:ext cx="1080863" cy="0"/>
          </a:xfrm>
          <a:prstGeom prst="straightConnector1">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5" name="Textfeld 44">
            <a:extLst>
              <a:ext uri="{FF2B5EF4-FFF2-40B4-BE49-F238E27FC236}">
                <a16:creationId xmlns:a16="http://schemas.microsoft.com/office/drawing/2014/main" id="{DCDF7DDF-EFCD-43D3-7EB0-7118B6895657}"/>
              </a:ext>
            </a:extLst>
          </p:cNvPr>
          <p:cNvSpPr txBox="1"/>
          <p:nvPr/>
        </p:nvSpPr>
        <p:spPr>
          <a:xfrm>
            <a:off x="4571399" y="3785360"/>
            <a:ext cx="1080120" cy="253916"/>
          </a:xfrm>
          <a:prstGeom prst="rect">
            <a:avLst/>
          </a:prstGeom>
          <a:noFill/>
        </p:spPr>
        <p:txBody>
          <a:bodyPr wrap="square" rtlCol="0">
            <a:spAutoFit/>
          </a:bodyPr>
          <a:lstStyle/>
          <a:p>
            <a:pPr algn="ctr"/>
            <a:r>
              <a:rPr lang="en-US" sz="1050" b="1" dirty="0">
                <a:solidFill>
                  <a:srgbClr val="FF0000"/>
                </a:solidFill>
              </a:rPr>
              <a:t>Yes</a:t>
            </a:r>
          </a:p>
        </p:txBody>
      </p:sp>
      <p:cxnSp>
        <p:nvCxnSpPr>
          <p:cNvPr id="47" name="Verbinder: gewinkelt 46">
            <a:extLst>
              <a:ext uri="{FF2B5EF4-FFF2-40B4-BE49-F238E27FC236}">
                <a16:creationId xmlns:a16="http://schemas.microsoft.com/office/drawing/2014/main" id="{21E02DF8-DAC3-3D13-9547-DB6F334DD9B5}"/>
              </a:ext>
            </a:extLst>
          </p:cNvPr>
          <p:cNvCxnSpPr>
            <a:stCxn id="42" idx="3"/>
            <a:endCxn id="27" idx="2"/>
          </p:cNvCxnSpPr>
          <p:nvPr/>
        </p:nvCxnSpPr>
        <p:spPr>
          <a:xfrm flipV="1">
            <a:off x="6732240" y="3658112"/>
            <a:ext cx="540060" cy="361602"/>
          </a:xfrm>
          <a:prstGeom prst="bentConnector2">
            <a:avLst/>
          </a:prstGeom>
          <a:ln w="1905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8" name="Textfeld 47">
            <a:extLst>
              <a:ext uri="{FF2B5EF4-FFF2-40B4-BE49-F238E27FC236}">
                <a16:creationId xmlns:a16="http://schemas.microsoft.com/office/drawing/2014/main" id="{0BD58E2C-3BAB-EE81-0978-AF2EAC60E705}"/>
              </a:ext>
            </a:extLst>
          </p:cNvPr>
          <p:cNvSpPr txBox="1"/>
          <p:nvPr/>
        </p:nvSpPr>
        <p:spPr>
          <a:xfrm>
            <a:off x="2411389" y="4225538"/>
            <a:ext cx="1080120" cy="253916"/>
          </a:xfrm>
          <a:prstGeom prst="rect">
            <a:avLst/>
          </a:prstGeom>
          <a:noFill/>
        </p:spPr>
        <p:txBody>
          <a:bodyPr wrap="square" rtlCol="0">
            <a:spAutoFit/>
          </a:bodyPr>
          <a:lstStyle/>
          <a:p>
            <a:pPr algn="ctr"/>
            <a:r>
              <a:rPr lang="en-US" sz="1050" b="1" dirty="0">
                <a:solidFill>
                  <a:srgbClr val="FF0000"/>
                </a:solidFill>
              </a:rPr>
              <a:t>SCH_S Lock</a:t>
            </a:r>
          </a:p>
        </p:txBody>
      </p:sp>
      <p:sp>
        <p:nvSpPr>
          <p:cNvPr id="49" name="Textfeld 48">
            <a:extLst>
              <a:ext uri="{FF2B5EF4-FFF2-40B4-BE49-F238E27FC236}">
                <a16:creationId xmlns:a16="http://schemas.microsoft.com/office/drawing/2014/main" id="{4C1A238A-0404-53A5-3B37-56CA8487393D}"/>
              </a:ext>
            </a:extLst>
          </p:cNvPr>
          <p:cNvSpPr txBox="1"/>
          <p:nvPr/>
        </p:nvSpPr>
        <p:spPr>
          <a:xfrm>
            <a:off x="5651519" y="4229059"/>
            <a:ext cx="1080120" cy="253916"/>
          </a:xfrm>
          <a:prstGeom prst="rect">
            <a:avLst/>
          </a:prstGeom>
          <a:noFill/>
        </p:spPr>
        <p:txBody>
          <a:bodyPr wrap="square" rtlCol="0">
            <a:spAutoFit/>
          </a:bodyPr>
          <a:lstStyle/>
          <a:p>
            <a:pPr algn="ctr"/>
            <a:r>
              <a:rPr lang="en-US" sz="1050" b="1" dirty="0">
                <a:solidFill>
                  <a:srgbClr val="FF0000"/>
                </a:solidFill>
              </a:rPr>
              <a:t>SCH_M Lock</a:t>
            </a:r>
          </a:p>
        </p:txBody>
      </p:sp>
    </p:spTree>
    <p:extLst>
      <p:ext uri="{BB962C8B-B14F-4D97-AF65-F5344CB8AC3E}">
        <p14:creationId xmlns:p14="http://schemas.microsoft.com/office/powerpoint/2010/main" val="570124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par>
                                <p:cTn id="54" presetID="10" presetClass="entr" presetSubtype="0" fill="hold"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500"/>
                                        <p:tgtEl>
                                          <p:spTgt spid="3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500"/>
                                        <p:tgtEl>
                                          <p:spTgt spid="2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500"/>
                                        <p:tgtEl>
                                          <p:spTgt spid="41"/>
                                        </p:tgtEl>
                                      </p:cBhvr>
                                    </p:animEffect>
                                  </p:childTnLst>
                                </p:cTn>
                              </p:par>
                              <p:par>
                                <p:cTn id="65" presetID="10" presetClass="entr" presetSubtype="0" fill="hold" nodeType="with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p:tgtEl>
                                          <p:spTgt spid="11"/>
                                        </p:tgtEl>
                                      </p:cBhvr>
                                    </p:animEffect>
                                  </p:childTnLst>
                                </p:cTn>
                              </p:par>
                              <p:par>
                                <p:cTn id="68" presetID="10" presetClass="entr" presetSubtype="0" fill="hold" nodeType="with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500"/>
                                        <p:tgtEl>
                                          <p:spTgt spid="12"/>
                                        </p:tgtEl>
                                      </p:cBhvr>
                                    </p:animEffect>
                                  </p:childTnLst>
                                </p:cTn>
                              </p:par>
                              <p:par>
                                <p:cTn id="71" presetID="10" presetClass="entr" presetSubtype="0" fill="hold" nodeType="with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fade">
                                      <p:cBhvr>
                                        <p:cTn id="73" dur="500"/>
                                        <p:tgtEl>
                                          <p:spTgt spid="1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childTnLst>
                                </p:cTn>
                              </p:par>
                              <p:par>
                                <p:cTn id="77" presetID="10" presetClass="entr" presetSubtype="0" fill="hold" nodeType="with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500"/>
                                        <p:tgtEl>
                                          <p:spTgt spid="36"/>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fade">
                                      <p:cBhvr>
                                        <p:cTn id="84" dur="500"/>
                                        <p:tgtEl>
                                          <p:spTgt spid="4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500"/>
                                        <p:tgtEl>
                                          <p:spTgt spid="42"/>
                                        </p:tgtEl>
                                      </p:cBhvr>
                                    </p:animEffect>
                                  </p:childTnLst>
                                </p:cTn>
                              </p:par>
                              <p:par>
                                <p:cTn id="88" presetID="10" presetClass="entr" presetSubtype="0" fill="hold" nodeType="withEffect">
                                  <p:stCondLst>
                                    <p:cond delay="0"/>
                                  </p:stCondLst>
                                  <p:childTnLst>
                                    <p:set>
                                      <p:cBhvr>
                                        <p:cTn id="89" dur="1" fill="hold">
                                          <p:stCondLst>
                                            <p:cond delay="0"/>
                                          </p:stCondLst>
                                        </p:cTn>
                                        <p:tgtEl>
                                          <p:spTgt spid="44"/>
                                        </p:tgtEl>
                                        <p:attrNameLst>
                                          <p:attrName>style.visibility</p:attrName>
                                        </p:attrNameLst>
                                      </p:cBhvr>
                                      <p:to>
                                        <p:strVal val="visible"/>
                                      </p:to>
                                    </p:set>
                                    <p:animEffect transition="in" filter="fade">
                                      <p:cBhvr>
                                        <p:cTn id="90" dur="500"/>
                                        <p:tgtEl>
                                          <p:spTgt spid="44"/>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500"/>
                                        <p:tgtEl>
                                          <p:spTgt spid="49"/>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fade">
                                      <p:cBhvr>
                                        <p:cTn id="100" dur="500"/>
                                        <p:tgtEl>
                                          <p:spTgt spid="47"/>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28"/>
                                        </p:tgtEl>
                                        <p:attrNameLst>
                                          <p:attrName>style.visibility</p:attrName>
                                        </p:attrNameLst>
                                      </p:cBhvr>
                                      <p:to>
                                        <p:strVal val="visible"/>
                                      </p:to>
                                    </p:set>
                                    <p:animEffect transition="in" filter="fade">
                                      <p:cBhvr>
                                        <p:cTn id="105" dur="500"/>
                                        <p:tgtEl>
                                          <p:spTgt spid="2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500"/>
                                        <p:tgtEl>
                                          <p:spTgt spid="40"/>
                                        </p:tgtEl>
                                      </p:cBhvr>
                                    </p:animEffect>
                                  </p:childTnLst>
                                </p:cTn>
                              </p:par>
                              <p:par>
                                <p:cTn id="109" presetID="10" presetClass="entr" presetSubtype="0" fill="hold" nodeType="withEffect">
                                  <p:stCondLst>
                                    <p:cond delay="0"/>
                                  </p:stCondLst>
                                  <p:childTnLst>
                                    <p:set>
                                      <p:cBhvr>
                                        <p:cTn id="110" dur="1" fill="hold">
                                          <p:stCondLst>
                                            <p:cond delay="0"/>
                                          </p:stCondLst>
                                        </p:cTn>
                                        <p:tgtEl>
                                          <p:spTgt spid="14"/>
                                        </p:tgtEl>
                                        <p:attrNameLst>
                                          <p:attrName>style.visibility</p:attrName>
                                        </p:attrNameLst>
                                      </p:cBhvr>
                                      <p:to>
                                        <p:strVal val="visible"/>
                                      </p:to>
                                    </p:set>
                                    <p:animEffect transition="in" filter="fade">
                                      <p:cBhvr>
                                        <p:cTn id="1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animBg="1"/>
      <p:bldP spid="22" grpId="0"/>
      <p:bldP spid="23" grpId="0"/>
      <p:bldP spid="24" grpId="0" animBg="1"/>
      <p:bldP spid="25" grpId="0"/>
      <p:bldP spid="26" grpId="0" animBg="1"/>
      <p:bldP spid="27" grpId="0" animBg="1"/>
      <p:bldP spid="28" grpId="0" animBg="1"/>
      <p:bldP spid="29" grpId="0" animBg="1"/>
      <p:bldP spid="40" grpId="0"/>
      <p:bldP spid="41" grpId="0"/>
      <p:bldP spid="42" grpId="0" animBg="1"/>
      <p:bldP spid="45" grpId="0"/>
      <p:bldP spid="48" grpId="0"/>
      <p:bldP spid="4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90CBDA-D1DB-6829-CD82-9FBB309FBCAF}"/>
              </a:ext>
            </a:extLst>
          </p:cNvPr>
          <p:cNvSpPr>
            <a:spLocks noGrp="1"/>
          </p:cNvSpPr>
          <p:nvPr>
            <p:ph type="title"/>
          </p:nvPr>
        </p:nvSpPr>
        <p:spPr/>
        <p:txBody>
          <a:bodyPr/>
          <a:lstStyle/>
          <a:p>
            <a:r>
              <a:rPr lang="en-US" dirty="0"/>
              <a:t>Basics of Statistics</a:t>
            </a:r>
          </a:p>
        </p:txBody>
      </p:sp>
      <p:sp>
        <p:nvSpPr>
          <p:cNvPr id="3" name="Inhaltsplatzhalter 2">
            <a:extLst>
              <a:ext uri="{FF2B5EF4-FFF2-40B4-BE49-F238E27FC236}">
                <a16:creationId xmlns:a16="http://schemas.microsoft.com/office/drawing/2014/main" id="{5B168A20-FD43-539F-FBD8-9F1E00ADB404}"/>
              </a:ext>
            </a:extLst>
          </p:cNvPr>
          <p:cNvSpPr>
            <a:spLocks noGrp="1"/>
          </p:cNvSpPr>
          <p:nvPr>
            <p:ph sz="half" idx="1"/>
          </p:nvPr>
        </p:nvSpPr>
        <p:spPr/>
        <p:txBody>
          <a:bodyPr/>
          <a:lstStyle/>
          <a:p>
            <a:r>
              <a:rPr lang="en-US" dirty="0"/>
              <a:t>Updating Statistics</a:t>
            </a:r>
          </a:p>
          <a:p>
            <a:pPr lvl="1"/>
            <a:r>
              <a:rPr lang="en-US" dirty="0"/>
              <a:t>If the cardinality of a table is between 7 and 500 the statistics will be updated after 500 modifications.</a:t>
            </a:r>
          </a:p>
          <a:p>
            <a:pPr lvl="1"/>
            <a:r>
              <a:rPr lang="en-US" dirty="0"/>
              <a:t>If the table has more than 500 rows the statistics will be updated after 500 + </a:t>
            </a:r>
            <a:r>
              <a:rPr lang="en-US" dirty="0">
                <a:solidFill>
                  <a:srgbClr val="FF0000"/>
                </a:solidFill>
              </a:rPr>
              <a:t>n</a:t>
            </a:r>
            <a:r>
              <a:rPr lang="en-US" dirty="0"/>
              <a:t> modifications.</a:t>
            </a:r>
          </a:p>
          <a:p>
            <a:pPr lvl="1"/>
            <a:r>
              <a:rPr lang="en-US" dirty="0">
                <a:solidFill>
                  <a:srgbClr val="FF0000"/>
                </a:solidFill>
              </a:rPr>
              <a:t>n</a:t>
            </a:r>
            <a:r>
              <a:rPr lang="en-US" dirty="0"/>
              <a:t> depends on the version of the cardinal estimator!</a:t>
            </a:r>
          </a:p>
          <a:p>
            <a:pPr lvl="2">
              <a:tabLst>
                <a:tab pos="1614488" algn="l"/>
              </a:tabLst>
            </a:pPr>
            <a:r>
              <a:rPr lang="en-US" dirty="0"/>
              <a:t>&lt;= 70:	n = rows * 20%</a:t>
            </a:r>
          </a:p>
          <a:p>
            <a:pPr lvl="2">
              <a:tabLst>
                <a:tab pos="1614488" algn="l"/>
              </a:tabLst>
            </a:pPr>
            <a:r>
              <a:rPr lang="en-US" dirty="0"/>
              <a:t>&gt;= 120:	n = </a:t>
            </a:r>
            <a:br>
              <a:rPr lang="en-US" dirty="0"/>
            </a:br>
            <a:r>
              <a:rPr lang="en-US" b="1" dirty="0">
                <a:latin typeface="Lucida Console" panose="020B0609040504020204" pitchFamily="49" charset="0"/>
              </a:rPr>
              <a:t>CASE WHEN rows &lt;= 25000</a:t>
            </a:r>
            <a:br>
              <a:rPr lang="en-US" b="1" dirty="0">
                <a:latin typeface="Lucida Console" panose="020B0609040504020204" pitchFamily="49" charset="0"/>
              </a:rPr>
            </a:br>
            <a:r>
              <a:rPr lang="en-US" b="1" dirty="0">
                <a:latin typeface="Lucida Console" panose="020B0609040504020204" pitchFamily="49" charset="0"/>
              </a:rPr>
              <a:t>     </a:t>
            </a:r>
            <a:r>
              <a:rPr lang="en-US" b="1">
                <a:latin typeface="Lucida Console" panose="020B0609040504020204" pitchFamily="49" charset="0"/>
              </a:rPr>
              <a:t>THEN rows </a:t>
            </a:r>
            <a:r>
              <a:rPr lang="en-US" b="1" dirty="0">
                <a:latin typeface="Lucida Console" panose="020B0609040504020204" pitchFamily="49" charset="0"/>
              </a:rPr>
              <a:t>* </a:t>
            </a:r>
            <a:r>
              <a:rPr lang="en-US" b="1">
                <a:latin typeface="Lucida Console" panose="020B0609040504020204" pitchFamily="49" charset="0"/>
              </a:rPr>
              <a:t>20%</a:t>
            </a:r>
            <a:br>
              <a:rPr lang="en-US" b="1" dirty="0">
                <a:latin typeface="Lucida Console" panose="020B0609040504020204" pitchFamily="49" charset="0"/>
              </a:rPr>
            </a:br>
            <a:r>
              <a:rPr lang="en-US" b="1" dirty="0">
                <a:latin typeface="Lucida Console" panose="020B0609040504020204" pitchFamily="49" charset="0"/>
              </a:rPr>
              <a:t>     ELSE </a:t>
            </a:r>
            <a:r>
              <a:rPr lang="en-US" b="1" dirty="0">
                <a:solidFill>
                  <a:srgbClr val="FF00FF"/>
                </a:solidFill>
                <a:latin typeface="Lucida Console" panose="020B0609040504020204" pitchFamily="49" charset="0"/>
              </a:rPr>
              <a:t>SQRT</a:t>
            </a:r>
            <a:r>
              <a:rPr lang="en-US" b="1" dirty="0">
                <a:latin typeface="Lucida Console" panose="020B0609040504020204" pitchFamily="49" charset="0"/>
              </a:rPr>
              <a:t>(1000 * rows)</a:t>
            </a:r>
            <a:br>
              <a:rPr lang="en-US" b="1" dirty="0">
                <a:latin typeface="Lucida Console" panose="020B0609040504020204" pitchFamily="49" charset="0"/>
              </a:rPr>
            </a:br>
            <a:r>
              <a:rPr lang="en-US" b="1" dirty="0">
                <a:latin typeface="Lucida Console" panose="020B0609040504020204" pitchFamily="49" charset="0"/>
              </a:rPr>
              <a:t>END</a:t>
            </a:r>
          </a:p>
          <a:p>
            <a:pPr lvl="1"/>
            <a:endParaRPr lang="en-US" dirty="0"/>
          </a:p>
          <a:p>
            <a:pPr lvl="1"/>
            <a:endParaRPr lang="en-US" dirty="0"/>
          </a:p>
          <a:p>
            <a:pPr lvl="1"/>
            <a:endParaRPr lang="en-US" dirty="0"/>
          </a:p>
        </p:txBody>
      </p:sp>
      <p:pic>
        <p:nvPicPr>
          <p:cNvPr id="8" name="Inhaltsplatzhalter 7">
            <a:extLst>
              <a:ext uri="{FF2B5EF4-FFF2-40B4-BE49-F238E27FC236}">
                <a16:creationId xmlns:a16="http://schemas.microsoft.com/office/drawing/2014/main" id="{D3524484-A3CF-5548-D236-CEE55952DD6F}"/>
              </a:ext>
            </a:extLst>
          </p:cNvPr>
          <p:cNvPicPr>
            <a:picLocks noGrp="1" noChangeAspect="1"/>
          </p:cNvPicPr>
          <p:nvPr>
            <p:ph sz="half" idx="2"/>
          </p:nvPr>
        </p:nvPicPr>
        <p:blipFill>
          <a:blip r:embed="rId2"/>
          <a:stretch>
            <a:fillRect/>
          </a:stretch>
        </p:blipFill>
        <p:spPr>
          <a:xfrm>
            <a:off x="4572000" y="1419622"/>
            <a:ext cx="4249737" cy="2729258"/>
          </a:xfrm>
          <a:prstGeom prst="rect">
            <a:avLst/>
          </a:prstGeom>
        </p:spPr>
      </p:pic>
    </p:spTree>
    <p:extLst>
      <p:ext uri="{BB962C8B-B14F-4D97-AF65-F5344CB8AC3E}">
        <p14:creationId xmlns:p14="http://schemas.microsoft.com/office/powerpoint/2010/main" val="4111593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E36DB338-6D5B-8A54-D9D0-17B73D5D68FC}"/>
              </a:ext>
            </a:extLst>
          </p:cNvPr>
          <p:cNvSpPr>
            <a:spLocks noGrp="1"/>
          </p:cNvSpPr>
          <p:nvPr>
            <p:ph type="title"/>
          </p:nvPr>
        </p:nvSpPr>
        <p:spPr/>
        <p:txBody>
          <a:bodyPr/>
          <a:lstStyle/>
          <a:p>
            <a:r>
              <a:rPr lang="en-US" dirty="0"/>
              <a:t>Automatic Update of Statistics</a:t>
            </a:r>
          </a:p>
        </p:txBody>
      </p:sp>
      <p:graphicFrame>
        <p:nvGraphicFramePr>
          <p:cNvPr id="6" name="Tabelle 5">
            <a:extLst>
              <a:ext uri="{FF2B5EF4-FFF2-40B4-BE49-F238E27FC236}">
                <a16:creationId xmlns:a16="http://schemas.microsoft.com/office/drawing/2014/main" id="{D42DEDEB-DC6E-8974-4A40-893FC5C7D977}"/>
              </a:ext>
            </a:extLst>
          </p:cNvPr>
          <p:cNvGraphicFramePr>
            <a:graphicFrameLocks noGrp="1"/>
          </p:cNvGraphicFramePr>
          <p:nvPr>
            <p:extLst>
              <p:ext uri="{D42A27DB-BD31-4B8C-83A1-F6EECF244321}">
                <p14:modId xmlns:p14="http://schemas.microsoft.com/office/powerpoint/2010/main" val="4248848017"/>
              </p:ext>
            </p:extLst>
          </p:nvPr>
        </p:nvGraphicFramePr>
        <p:xfrm>
          <a:off x="251224" y="1491630"/>
          <a:ext cx="8280000" cy="2736304"/>
        </p:xfrm>
        <a:graphic>
          <a:graphicData uri="http://schemas.openxmlformats.org/drawingml/2006/table">
            <a:tbl>
              <a:tblPr firstRow="1" firstCol="1" bandRow="1">
                <a:tableStyleId>{93296810-A885-4BE3-A3E7-6D5BEEA58F35}</a:tableStyleId>
              </a:tblPr>
              <a:tblGrid>
                <a:gridCol w="1080000">
                  <a:extLst>
                    <a:ext uri="{9D8B030D-6E8A-4147-A177-3AD203B41FA5}">
                      <a16:colId xmlns:a16="http://schemas.microsoft.com/office/drawing/2014/main" val="3348450384"/>
                    </a:ext>
                  </a:extLst>
                </a:gridCol>
                <a:gridCol w="900000">
                  <a:extLst>
                    <a:ext uri="{9D8B030D-6E8A-4147-A177-3AD203B41FA5}">
                      <a16:colId xmlns:a16="http://schemas.microsoft.com/office/drawing/2014/main" val="2529913674"/>
                    </a:ext>
                  </a:extLst>
                </a:gridCol>
                <a:gridCol w="900000">
                  <a:extLst>
                    <a:ext uri="{9D8B030D-6E8A-4147-A177-3AD203B41FA5}">
                      <a16:colId xmlns:a16="http://schemas.microsoft.com/office/drawing/2014/main" val="1719460092"/>
                    </a:ext>
                  </a:extLst>
                </a:gridCol>
                <a:gridCol w="900000">
                  <a:extLst>
                    <a:ext uri="{9D8B030D-6E8A-4147-A177-3AD203B41FA5}">
                      <a16:colId xmlns:a16="http://schemas.microsoft.com/office/drawing/2014/main" val="3417272221"/>
                    </a:ext>
                  </a:extLst>
                </a:gridCol>
                <a:gridCol w="900000">
                  <a:extLst>
                    <a:ext uri="{9D8B030D-6E8A-4147-A177-3AD203B41FA5}">
                      <a16:colId xmlns:a16="http://schemas.microsoft.com/office/drawing/2014/main" val="606605238"/>
                    </a:ext>
                  </a:extLst>
                </a:gridCol>
                <a:gridCol w="900000">
                  <a:extLst>
                    <a:ext uri="{9D8B030D-6E8A-4147-A177-3AD203B41FA5}">
                      <a16:colId xmlns:a16="http://schemas.microsoft.com/office/drawing/2014/main" val="2731519985"/>
                    </a:ext>
                  </a:extLst>
                </a:gridCol>
                <a:gridCol w="900000">
                  <a:extLst>
                    <a:ext uri="{9D8B030D-6E8A-4147-A177-3AD203B41FA5}">
                      <a16:colId xmlns:a16="http://schemas.microsoft.com/office/drawing/2014/main" val="60683902"/>
                    </a:ext>
                  </a:extLst>
                </a:gridCol>
                <a:gridCol w="900000">
                  <a:extLst>
                    <a:ext uri="{9D8B030D-6E8A-4147-A177-3AD203B41FA5}">
                      <a16:colId xmlns:a16="http://schemas.microsoft.com/office/drawing/2014/main" val="990484608"/>
                    </a:ext>
                  </a:extLst>
                </a:gridCol>
                <a:gridCol w="900000">
                  <a:extLst>
                    <a:ext uri="{9D8B030D-6E8A-4147-A177-3AD203B41FA5}">
                      <a16:colId xmlns:a16="http://schemas.microsoft.com/office/drawing/2014/main" val="889244102"/>
                    </a:ext>
                  </a:extLst>
                </a:gridCol>
              </a:tblGrid>
              <a:tr h="504056">
                <a:tc rowSpan="3">
                  <a:txBody>
                    <a:bodyPr/>
                    <a:lstStyle/>
                    <a:p>
                      <a:endParaRPr lang="en-US" sz="1200" dirty="0"/>
                    </a:p>
                  </a:txBody>
                  <a:tcPr/>
                </a:tc>
                <a:tc gridSpan="4">
                  <a:txBody>
                    <a:bodyPr/>
                    <a:lstStyle/>
                    <a:p>
                      <a:pPr algn="ctr"/>
                      <a:r>
                        <a:rPr lang="en-US" sz="1200" dirty="0"/>
                        <a:t>Old Cardinal Estimator</a:t>
                      </a:r>
                    </a:p>
                    <a:p>
                      <a:pPr algn="ctr"/>
                      <a:r>
                        <a:rPr lang="en-US" sz="1200" dirty="0"/>
                        <a:t>SQL Server &lt;= 2012</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4">
                  <a:txBody>
                    <a:bodyPr/>
                    <a:lstStyle/>
                    <a:p>
                      <a:pPr algn="ctr"/>
                      <a:r>
                        <a:rPr lang="en-US" sz="1200" dirty="0"/>
                        <a:t>New Cardinal Estimator</a:t>
                      </a:r>
                    </a:p>
                    <a:p>
                      <a:pPr algn="ctr"/>
                      <a:r>
                        <a:rPr lang="en-US" sz="1200" dirty="0"/>
                        <a:t>SQL Server &gt;= 2014</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446609041"/>
                  </a:ext>
                </a:extLst>
              </a:tr>
              <a:tr h="360040">
                <a:tc vMerge="1">
                  <a:txBody>
                    <a:bodyPr/>
                    <a:lstStyle/>
                    <a:p>
                      <a:endParaRPr lang="en-US" sz="1200" b="1" dirty="0"/>
                    </a:p>
                  </a:txBody>
                  <a:tcPr/>
                </a:tc>
                <a:tc gridSpan="2">
                  <a:txBody>
                    <a:bodyPr/>
                    <a:lstStyle/>
                    <a:p>
                      <a:pPr algn="ctr"/>
                      <a:r>
                        <a:rPr lang="en-US" sz="1200" b="1" dirty="0"/>
                        <a:t>Trivial Plans</a:t>
                      </a:r>
                    </a:p>
                  </a:txBody>
                  <a:tcPr/>
                </a:tc>
                <a:tc hMerge="1">
                  <a:txBody>
                    <a:bodyPr/>
                    <a:lstStyle/>
                    <a:p>
                      <a:pPr algn="ctr"/>
                      <a:endParaRPr lang="en-US" sz="1200" b="1" dirty="0"/>
                    </a:p>
                  </a:txBody>
                  <a:tcPr/>
                </a:tc>
                <a:tc gridSpan="2">
                  <a:txBody>
                    <a:bodyPr/>
                    <a:lstStyle/>
                    <a:p>
                      <a:pPr algn="ctr"/>
                      <a:r>
                        <a:rPr lang="en-US" sz="1200" b="1" dirty="0"/>
                        <a:t>Full optimized Plans</a:t>
                      </a:r>
                    </a:p>
                  </a:txBody>
                  <a:tcPr/>
                </a:tc>
                <a:tc hMerge="1">
                  <a:txBody>
                    <a:bodyPr/>
                    <a:lstStyle/>
                    <a:p>
                      <a:pPr algn="ctr"/>
                      <a:endParaRPr lang="en-US" sz="1200" b="1" dirty="0"/>
                    </a:p>
                  </a:txBody>
                  <a:tcPr/>
                </a:tc>
                <a:tc gridSpan="2">
                  <a:txBody>
                    <a:bodyPr/>
                    <a:lstStyle/>
                    <a:p>
                      <a:pPr algn="ctr"/>
                      <a:r>
                        <a:rPr lang="en-US" sz="1200" b="1" dirty="0"/>
                        <a:t>Trivial Plans</a:t>
                      </a:r>
                    </a:p>
                  </a:txBody>
                  <a:tcPr/>
                </a:tc>
                <a:tc hMerge="1">
                  <a:txBody>
                    <a:bodyPr/>
                    <a:lstStyle/>
                    <a:p>
                      <a:pPr algn="ctr"/>
                      <a:endParaRPr lang="en-US" sz="1200" b="1" dirty="0"/>
                    </a:p>
                  </a:txBody>
                  <a:tcPr/>
                </a:tc>
                <a:tc gridSpan="2">
                  <a:txBody>
                    <a:bodyPr/>
                    <a:lstStyle/>
                    <a:p>
                      <a:pPr algn="ctr"/>
                      <a:r>
                        <a:rPr lang="en-US" sz="1200" b="1" dirty="0"/>
                        <a:t>Full Optimized Plans</a:t>
                      </a:r>
                    </a:p>
                  </a:txBody>
                  <a:tcPr/>
                </a:tc>
                <a:tc hMerge="1">
                  <a:txBody>
                    <a:bodyPr/>
                    <a:lstStyle/>
                    <a:p>
                      <a:pPr algn="ctr"/>
                      <a:endParaRPr lang="en-US" sz="1200" b="1" dirty="0"/>
                    </a:p>
                  </a:txBody>
                  <a:tcPr/>
                </a:tc>
                <a:extLst>
                  <a:ext uri="{0D108BD9-81ED-4DB2-BD59-A6C34878D82A}">
                    <a16:rowId xmlns:a16="http://schemas.microsoft.com/office/drawing/2014/main" val="1136504084"/>
                  </a:ext>
                </a:extLst>
              </a:tr>
              <a:tr h="360040">
                <a:tc vMerge="1">
                  <a:txBody>
                    <a:bodyPr/>
                    <a:lstStyle/>
                    <a:p>
                      <a:endParaRPr lang="en-US" sz="1200" b="1" dirty="0"/>
                    </a:p>
                  </a:txBody>
                  <a:tcPr/>
                </a:tc>
                <a:tc>
                  <a:txBody>
                    <a:bodyPr/>
                    <a:lstStyle/>
                    <a:p>
                      <a:pPr algn="ctr"/>
                      <a:r>
                        <a:rPr lang="en-US" sz="1200" b="1" dirty="0" err="1"/>
                        <a:t>AdHoc</a:t>
                      </a:r>
                      <a:endParaRPr lang="en-US" sz="1200" b="1" dirty="0"/>
                    </a:p>
                  </a:txBody>
                  <a:tcPr/>
                </a:tc>
                <a:tc>
                  <a:txBody>
                    <a:bodyPr/>
                    <a:lstStyle/>
                    <a:p>
                      <a:pPr algn="ctr"/>
                      <a:r>
                        <a:rPr lang="en-US" sz="1200" b="1" dirty="0"/>
                        <a:t>Param.</a:t>
                      </a:r>
                    </a:p>
                  </a:txBody>
                  <a:tcPr/>
                </a:tc>
                <a:tc>
                  <a:txBody>
                    <a:bodyPr/>
                    <a:lstStyle/>
                    <a:p>
                      <a:pPr algn="ctr"/>
                      <a:r>
                        <a:rPr lang="en-US" sz="1200" b="1" dirty="0" err="1"/>
                        <a:t>AdHoc</a:t>
                      </a:r>
                      <a:endParaRPr lang="en-US" sz="1200" b="1" dirty="0"/>
                    </a:p>
                  </a:txBody>
                  <a:tcPr/>
                </a:tc>
                <a:tc>
                  <a:txBody>
                    <a:bodyPr/>
                    <a:lstStyle/>
                    <a:p>
                      <a:pPr algn="ctr"/>
                      <a:r>
                        <a:rPr lang="en-US" sz="1200" b="1" dirty="0"/>
                        <a:t>Param.</a:t>
                      </a:r>
                    </a:p>
                  </a:txBody>
                  <a:tcPr/>
                </a:tc>
                <a:tc>
                  <a:txBody>
                    <a:bodyPr/>
                    <a:lstStyle/>
                    <a:p>
                      <a:pPr algn="ctr"/>
                      <a:r>
                        <a:rPr lang="en-US" sz="1200" b="1" dirty="0" err="1"/>
                        <a:t>AdHoc</a:t>
                      </a:r>
                      <a:endParaRPr lang="en-US" sz="1200" b="1" dirty="0"/>
                    </a:p>
                  </a:txBody>
                  <a:tcPr/>
                </a:tc>
                <a:tc>
                  <a:txBody>
                    <a:bodyPr/>
                    <a:lstStyle/>
                    <a:p>
                      <a:pPr algn="ctr"/>
                      <a:r>
                        <a:rPr lang="en-US" sz="1200" b="1" dirty="0"/>
                        <a:t>Param.</a:t>
                      </a:r>
                    </a:p>
                  </a:txBody>
                  <a:tcPr/>
                </a:tc>
                <a:tc>
                  <a:txBody>
                    <a:bodyPr/>
                    <a:lstStyle/>
                    <a:p>
                      <a:pPr algn="ctr"/>
                      <a:r>
                        <a:rPr lang="en-US" sz="1200" b="1" dirty="0" err="1"/>
                        <a:t>AdHoc</a:t>
                      </a:r>
                      <a:endParaRPr lang="en-US" sz="1200" b="1" dirty="0"/>
                    </a:p>
                  </a:txBody>
                  <a:tcPr/>
                </a:tc>
                <a:tc>
                  <a:txBody>
                    <a:bodyPr/>
                    <a:lstStyle/>
                    <a:p>
                      <a:pPr algn="ctr"/>
                      <a:r>
                        <a:rPr lang="en-US" sz="1200" b="1" dirty="0"/>
                        <a:t>Param.</a:t>
                      </a:r>
                    </a:p>
                  </a:txBody>
                  <a:tcPr/>
                </a:tc>
                <a:extLst>
                  <a:ext uri="{0D108BD9-81ED-4DB2-BD59-A6C34878D82A}">
                    <a16:rowId xmlns:a16="http://schemas.microsoft.com/office/drawing/2014/main" val="3287942250"/>
                  </a:ext>
                </a:extLst>
              </a:tr>
              <a:tr h="756084">
                <a:tc>
                  <a:txBody>
                    <a:bodyPr/>
                    <a:lstStyle/>
                    <a:p>
                      <a:r>
                        <a:rPr lang="en-US" sz="1200" dirty="0"/>
                        <a:t>&lt; 500 rows</a:t>
                      </a:r>
                    </a:p>
                  </a:txBody>
                  <a:tcPr anchor="ctr"/>
                </a:tc>
                <a:tc>
                  <a:txBody>
                    <a:bodyPr/>
                    <a:lstStyle/>
                    <a:p>
                      <a:pPr algn="ctr"/>
                      <a:r>
                        <a:rPr lang="en-US" sz="1200" dirty="0">
                          <a:solidFill>
                            <a:srgbClr val="FF0000"/>
                          </a:solidFill>
                        </a:rPr>
                        <a:t>X</a:t>
                      </a:r>
                    </a:p>
                  </a:txBody>
                  <a:tcPr anchor="ctr"/>
                </a:tc>
                <a:tc>
                  <a:txBody>
                    <a:bodyPr/>
                    <a:lstStyle/>
                    <a:p>
                      <a:pPr algn="ctr"/>
                      <a:r>
                        <a:rPr lang="en-US" sz="1200" dirty="0">
                          <a:solidFill>
                            <a:srgbClr val="FF0000"/>
                          </a:solidFill>
                        </a:rPr>
                        <a:t>X</a:t>
                      </a:r>
                    </a:p>
                  </a:txBody>
                  <a:tcPr anchor="ctr"/>
                </a:tc>
                <a:tc>
                  <a:txBody>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lang="en-US" sz="1200" dirty="0">
                          <a:solidFill>
                            <a:srgbClr val="FF0000"/>
                          </a:solidFill>
                        </a:rPr>
                        <a:t>X</a:t>
                      </a:r>
                    </a:p>
                  </a:txBody>
                  <a:tcPr anchor="ctr"/>
                </a:tc>
                <a:tc>
                  <a:txBody>
                    <a:bodyPr/>
                    <a:lstStyle/>
                    <a:p>
                      <a:pPr algn="ctr"/>
                      <a:r>
                        <a:rPr lang="en-US" sz="1200" dirty="0">
                          <a:solidFill>
                            <a:srgbClr val="FF0000"/>
                          </a:solidFill>
                        </a:rPr>
                        <a:t>X</a:t>
                      </a:r>
                      <a:endParaRPr lang="en-US" sz="1200" dirty="0"/>
                    </a:p>
                  </a:txBody>
                  <a:tcPr anchor="ctr"/>
                </a:tc>
                <a:tc>
                  <a:txBody>
                    <a:bodyPr/>
                    <a:lstStyle/>
                    <a:p>
                      <a:pPr algn="ctr"/>
                      <a:r>
                        <a:rPr lang="en-US" sz="1200" dirty="0">
                          <a:solidFill>
                            <a:srgbClr val="FF0000"/>
                          </a:solidFill>
                        </a:rPr>
                        <a:t>X</a:t>
                      </a:r>
                      <a:endParaRPr lang="en-US" sz="1200" dirty="0"/>
                    </a:p>
                  </a:txBody>
                  <a:tcPr anchor="ctr"/>
                </a:tc>
                <a:tc>
                  <a:txBody>
                    <a:bodyPr/>
                    <a:lstStyle/>
                    <a:p>
                      <a:pPr algn="ctr"/>
                      <a:r>
                        <a:rPr lang="en-US" sz="1200" dirty="0">
                          <a:solidFill>
                            <a:srgbClr val="FF0000"/>
                          </a:solidFill>
                        </a:rPr>
                        <a:t>X</a:t>
                      </a:r>
                      <a:endParaRPr lang="en-US" sz="1200" dirty="0"/>
                    </a:p>
                  </a:txBody>
                  <a:tcPr anchor="ctr"/>
                </a:tc>
                <a:tc>
                  <a:txBody>
                    <a:bodyPr/>
                    <a:lstStyle/>
                    <a:p>
                      <a:pPr algn="ctr"/>
                      <a:r>
                        <a:rPr lang="en-US" sz="1200" dirty="0">
                          <a:solidFill>
                            <a:srgbClr val="FF0000"/>
                          </a:solidFill>
                        </a:rPr>
                        <a:t>X</a:t>
                      </a:r>
                      <a:endParaRPr lang="en-US" sz="1200" dirty="0"/>
                    </a:p>
                  </a:txBody>
                  <a:tcPr anchor="ctr"/>
                </a:tc>
                <a:tc>
                  <a:txBody>
                    <a:bodyPr/>
                    <a:lstStyle/>
                    <a:p>
                      <a:pPr algn="ctr"/>
                      <a:r>
                        <a:rPr lang="en-US" sz="1200" dirty="0">
                          <a:solidFill>
                            <a:srgbClr val="FF0000"/>
                          </a:solidFill>
                        </a:rPr>
                        <a:t>X</a:t>
                      </a:r>
                      <a:endParaRPr lang="en-US" sz="1200" dirty="0"/>
                    </a:p>
                  </a:txBody>
                  <a:tcPr anchor="ctr"/>
                </a:tc>
                <a:extLst>
                  <a:ext uri="{0D108BD9-81ED-4DB2-BD59-A6C34878D82A}">
                    <a16:rowId xmlns:a16="http://schemas.microsoft.com/office/drawing/2014/main" val="1893462446"/>
                  </a:ext>
                </a:extLst>
              </a:tr>
              <a:tr h="756084">
                <a:tc>
                  <a:txBody>
                    <a:bodyPr/>
                    <a:lstStyle/>
                    <a:p>
                      <a:r>
                        <a:rPr lang="en-US" sz="1200" dirty="0"/>
                        <a:t>&gt;=500 rows</a:t>
                      </a:r>
                    </a:p>
                  </a:txBody>
                  <a:tcPr anchor="ctr"/>
                </a:tc>
                <a:tc>
                  <a:txBody>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lang="en-US" sz="1400" dirty="0">
                          <a:solidFill>
                            <a:srgbClr val="FF0000"/>
                          </a:solidFill>
                        </a:rPr>
                        <a:t>X</a:t>
                      </a:r>
                    </a:p>
                  </a:txBody>
                  <a:tcPr anchor="ctr"/>
                </a:tc>
                <a:tc>
                  <a:txBody>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lang="en-US" sz="1200" dirty="0">
                          <a:solidFill>
                            <a:srgbClr val="FF0000"/>
                          </a:solidFill>
                        </a:rPr>
                        <a:t>X</a:t>
                      </a:r>
                    </a:p>
                  </a:txBody>
                  <a:tcPr anchor="ctr"/>
                </a:tc>
                <a:tc>
                  <a:txBody>
                    <a:bodyPr/>
                    <a:lstStyle/>
                    <a:p>
                      <a:pPr algn="ctr"/>
                      <a:r>
                        <a:rPr lang="de-DE" sz="1200" b="1" dirty="0">
                          <a:solidFill>
                            <a:srgbClr val="00B050"/>
                          </a:solidFill>
                        </a:rPr>
                        <a:t>✓</a:t>
                      </a:r>
                      <a:endParaRPr lang="en-US" sz="1200" dirty="0"/>
                    </a:p>
                  </a:txBody>
                  <a:tcPr anchor="ctr"/>
                </a:tc>
                <a:tc>
                  <a:txBody>
                    <a:bodyPr/>
                    <a:lstStyle/>
                    <a:p>
                      <a:pPr algn="ctr"/>
                      <a:r>
                        <a:rPr lang="de-DE" sz="1200" b="1" dirty="0">
                          <a:solidFill>
                            <a:srgbClr val="00B050"/>
                          </a:solidFill>
                        </a:rPr>
                        <a:t>✓</a:t>
                      </a:r>
                      <a:endParaRPr lang="en-US" sz="1200" dirty="0"/>
                    </a:p>
                  </a:txBody>
                  <a:tcPr anchor="ctr"/>
                </a:tc>
                <a:tc>
                  <a:txBody>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lang="en-US" sz="1400" dirty="0">
                          <a:solidFill>
                            <a:srgbClr val="FF0000"/>
                          </a:solidFill>
                        </a:rPr>
                        <a:t>X</a:t>
                      </a:r>
                    </a:p>
                  </a:txBody>
                  <a:tcPr anchor="ctr"/>
                </a:tc>
                <a:tc>
                  <a:txBody>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lang="en-US" sz="1200" dirty="0">
                          <a:solidFill>
                            <a:srgbClr val="FF0000"/>
                          </a:solidFill>
                        </a:rPr>
                        <a:t>X</a:t>
                      </a:r>
                    </a:p>
                  </a:txBody>
                  <a:tcPr anchor="ctr"/>
                </a:tc>
                <a:tc>
                  <a:txBody>
                    <a:bodyPr/>
                    <a:lstStyle/>
                    <a:p>
                      <a:pPr algn="ctr"/>
                      <a:r>
                        <a:rPr lang="de-DE" sz="1200" b="1" dirty="0">
                          <a:solidFill>
                            <a:srgbClr val="00B050"/>
                          </a:solidFill>
                        </a:rPr>
                        <a:t>✓</a:t>
                      </a:r>
                      <a:endParaRPr lang="en-US" sz="1200" dirty="0"/>
                    </a:p>
                  </a:txBody>
                  <a:tcPr anchor="ctr"/>
                </a:tc>
                <a:tc>
                  <a:txBody>
                    <a:bodyPr/>
                    <a:lstStyle/>
                    <a:p>
                      <a:pPr algn="ctr"/>
                      <a:r>
                        <a:rPr lang="de-DE" sz="1200" b="1" dirty="0">
                          <a:solidFill>
                            <a:srgbClr val="00B050"/>
                          </a:solidFill>
                        </a:rPr>
                        <a:t>✓</a:t>
                      </a:r>
                      <a:endParaRPr lang="en-US" sz="1200" dirty="0"/>
                    </a:p>
                  </a:txBody>
                  <a:tcPr anchor="ctr"/>
                </a:tc>
                <a:extLst>
                  <a:ext uri="{0D108BD9-81ED-4DB2-BD59-A6C34878D82A}">
                    <a16:rowId xmlns:a16="http://schemas.microsoft.com/office/drawing/2014/main" val="2573251260"/>
                  </a:ext>
                </a:extLst>
              </a:tr>
            </a:tbl>
          </a:graphicData>
        </a:graphic>
      </p:graphicFrame>
    </p:spTree>
    <p:extLst>
      <p:ext uri="{BB962C8B-B14F-4D97-AF65-F5344CB8AC3E}">
        <p14:creationId xmlns:p14="http://schemas.microsoft.com/office/powerpoint/2010/main" val="1929116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30165-3DF9-D1F3-6EF0-D93657CC7698}"/>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4AB19DD4-D07B-A63B-15A0-292B33294F30}"/>
              </a:ext>
            </a:extLst>
          </p:cNvPr>
          <p:cNvSpPr>
            <a:spLocks noGrp="1"/>
          </p:cNvSpPr>
          <p:nvPr>
            <p:ph type="ctrTitle"/>
          </p:nvPr>
        </p:nvSpPr>
        <p:spPr/>
        <p:txBody>
          <a:bodyPr/>
          <a:lstStyle/>
          <a:p>
            <a:r>
              <a:rPr lang="en-US" dirty="0"/>
              <a:t>Understanding Statistics Objects</a:t>
            </a:r>
          </a:p>
        </p:txBody>
      </p:sp>
      <p:sp>
        <p:nvSpPr>
          <p:cNvPr id="5" name="Untertitel 4">
            <a:extLst>
              <a:ext uri="{FF2B5EF4-FFF2-40B4-BE49-F238E27FC236}">
                <a16:creationId xmlns:a16="http://schemas.microsoft.com/office/drawing/2014/main" id="{12F026EE-A3F6-D476-40B1-59D0DFEBEB8D}"/>
              </a:ext>
            </a:extLst>
          </p:cNvPr>
          <p:cNvSpPr>
            <a:spLocks noGrp="1"/>
          </p:cNvSpPr>
          <p:nvPr>
            <p:ph type="subTitle" idx="1"/>
          </p:nvPr>
        </p:nvSpPr>
        <p:spPr/>
        <p:txBody>
          <a:bodyPr/>
          <a:lstStyle/>
          <a:p>
            <a:pPr algn="l">
              <a:tabLst>
                <a:tab pos="1795463" algn="l"/>
              </a:tabLst>
            </a:pPr>
            <a:r>
              <a:rPr lang="en-US" dirty="0"/>
              <a:t>	Creating Statistics</a:t>
            </a:r>
          </a:p>
          <a:p>
            <a:pPr algn="l">
              <a:tabLst>
                <a:tab pos="1795463" algn="l"/>
              </a:tabLst>
            </a:pPr>
            <a:r>
              <a:rPr lang="en-US" dirty="0"/>
              <a:t>	Types of Statistics: Column/Index Statistics</a:t>
            </a:r>
          </a:p>
          <a:p>
            <a:pPr algn="l">
              <a:tabLst>
                <a:tab pos="1795463" algn="l"/>
              </a:tabLst>
            </a:pPr>
            <a:r>
              <a:rPr lang="en-US" dirty="0"/>
              <a:t>	Updating Statistics</a:t>
            </a:r>
          </a:p>
        </p:txBody>
      </p:sp>
    </p:spTree>
    <p:extLst>
      <p:ext uri="{BB962C8B-B14F-4D97-AF65-F5344CB8AC3E}">
        <p14:creationId xmlns:p14="http://schemas.microsoft.com/office/powerpoint/2010/main" val="702285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Organization of statistics</a:t>
            </a:r>
          </a:p>
        </p:txBody>
      </p:sp>
      <p:sp>
        <p:nvSpPr>
          <p:cNvPr id="3" name="Inhaltsplatzhalter 2"/>
          <p:cNvSpPr>
            <a:spLocks noGrp="1"/>
          </p:cNvSpPr>
          <p:nvPr>
            <p:ph sz="half" idx="1"/>
          </p:nvPr>
        </p:nvSpPr>
        <p:spPr/>
        <p:txBody>
          <a:bodyPr>
            <a:normAutofit/>
          </a:bodyPr>
          <a:lstStyle/>
          <a:p>
            <a:r>
              <a:rPr lang="en-US" dirty="0"/>
              <a:t>STATS_HEADER</a:t>
            </a:r>
          </a:p>
          <a:p>
            <a:pPr lvl="1"/>
            <a:r>
              <a:rPr lang="en-US" dirty="0"/>
              <a:t>common information about the statistics object</a:t>
            </a:r>
          </a:p>
          <a:p>
            <a:r>
              <a:rPr lang="en-US" dirty="0"/>
              <a:t>DENSITY_VECTOR</a:t>
            </a:r>
          </a:p>
          <a:p>
            <a:pPr lvl="1"/>
            <a:r>
              <a:rPr lang="en-US" dirty="0"/>
              <a:t>average distribution of records by unique attribute combination</a:t>
            </a:r>
          </a:p>
          <a:p>
            <a:r>
              <a:rPr lang="en-US" dirty="0"/>
              <a:t>HISTOGRAM</a:t>
            </a:r>
          </a:p>
          <a:p>
            <a:pPr lvl="1"/>
            <a:r>
              <a:rPr lang="en-US" dirty="0"/>
              <a:t>distribution of the first key/attribute of an index / statistics object</a:t>
            </a:r>
          </a:p>
        </p:txBody>
      </p:sp>
      <p:sp>
        <p:nvSpPr>
          <p:cNvPr id="5" name="Inhaltsplatzhalter 4">
            <a:extLst>
              <a:ext uri="{FF2B5EF4-FFF2-40B4-BE49-F238E27FC236}">
                <a16:creationId xmlns:a16="http://schemas.microsoft.com/office/drawing/2014/main" id="{01DA5265-1221-6FE3-484F-9CDC66674A4E}"/>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600213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dirty="0"/>
              <a:t>Usage of statistics objects</a:t>
            </a:r>
          </a:p>
        </p:txBody>
      </p:sp>
      <p:sp>
        <p:nvSpPr>
          <p:cNvPr id="3" name="Inhaltsplatzhalter 2"/>
          <p:cNvSpPr>
            <a:spLocks noGrp="1"/>
          </p:cNvSpPr>
          <p:nvPr>
            <p:ph idx="1"/>
          </p:nvPr>
        </p:nvSpPr>
        <p:spPr/>
        <p:txBody>
          <a:bodyPr>
            <a:normAutofit/>
          </a:bodyPr>
          <a:lstStyle/>
          <a:p>
            <a:r>
              <a:rPr lang="en-US" dirty="0"/>
              <a:t>The histogram of a statistics object can only be used if the value of the predicate is known at compile time!</a:t>
            </a:r>
          </a:p>
          <a:p>
            <a:r>
              <a:rPr lang="en-US" dirty="0"/>
              <a:t>If the value of the predicate is not known, Microsoft SQL Server can only use the density vector!</a:t>
            </a:r>
            <a:br>
              <a:rPr lang="en-US" dirty="0"/>
            </a:br>
            <a:br>
              <a:rPr lang="en-US" dirty="0"/>
            </a:br>
            <a:br>
              <a:rPr lang="en-US" dirty="0"/>
            </a:br>
            <a:r>
              <a:rPr lang="en-US" sz="1800" dirty="0">
                <a:hlinkClick r:id="rId2"/>
              </a:rPr>
              <a:t>http://www.db-berater.de/2016/12/abfragen-nicht-mit-variablen-testen/</a:t>
            </a:r>
            <a:endParaRPr lang="en-US" sz="1800" dirty="0"/>
          </a:p>
          <a:p>
            <a:pPr marL="0" indent="0">
              <a:buNone/>
            </a:pPr>
            <a:endParaRPr lang="en-US" dirty="0"/>
          </a:p>
        </p:txBody>
      </p:sp>
      <p:pic>
        <p:nvPicPr>
          <p:cNvPr id="6" name="Inhaltsplatzhalter 3" descr="Don’t wait just download the free demo of 1V0-604 practice test and ...">
            <a:hlinkClick r:id="rId3" action="ppaction://hlinkfile"/>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12091" y="3939902"/>
            <a:ext cx="1081236" cy="540618"/>
          </a:xfrm>
          <a:prstGeom prst="rect">
            <a:avLst/>
          </a:prstGeom>
        </p:spPr>
      </p:pic>
    </p:spTree>
    <p:extLst>
      <p:ext uri="{BB962C8B-B14F-4D97-AF65-F5344CB8AC3E}">
        <p14:creationId xmlns:p14="http://schemas.microsoft.com/office/powerpoint/2010/main" val="470343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Background </a:t>
            </a:r>
            <a:r>
              <a:rPr lang="de-DE" dirty="0" err="1"/>
              <a:t>information</a:t>
            </a:r>
            <a:r>
              <a:rPr lang="de-DE" dirty="0"/>
              <a:t> </a:t>
            </a:r>
            <a:r>
              <a:rPr lang="de-DE" dirty="0" err="1"/>
              <a:t>about</a:t>
            </a:r>
            <a:r>
              <a:rPr lang="de-DE" dirty="0"/>
              <a:t> </a:t>
            </a:r>
            <a:r>
              <a:rPr lang="de-DE" dirty="0" err="1"/>
              <a:t>statistics</a:t>
            </a:r>
            <a:endParaRPr lang="de-DE" dirty="0"/>
          </a:p>
        </p:txBody>
      </p:sp>
      <p:sp>
        <p:nvSpPr>
          <p:cNvPr id="3" name="Inhaltsplatzhalter 2"/>
          <p:cNvSpPr>
            <a:spLocks noGrp="1"/>
          </p:cNvSpPr>
          <p:nvPr>
            <p:ph idx="1"/>
          </p:nvPr>
        </p:nvSpPr>
        <p:spPr/>
        <p:txBody>
          <a:bodyPr>
            <a:normAutofit/>
          </a:bodyPr>
          <a:lstStyle/>
          <a:p>
            <a:r>
              <a:rPr lang="de-DE" dirty="0" err="1">
                <a:hlinkClick r:id="rId2" action="ppaction://hlinkfile"/>
              </a:rPr>
              <a:t>Statistiks</a:t>
            </a:r>
            <a:r>
              <a:rPr lang="de-DE" dirty="0">
                <a:hlinkClick r:id="rId2" action="ppaction://hlinkfile"/>
              </a:rPr>
              <a:t> in </a:t>
            </a:r>
            <a:r>
              <a:rPr lang="de-DE" dirty="0" err="1">
                <a:hlinkClick r:id="rId2" action="ppaction://hlinkfile"/>
              </a:rPr>
              <a:t>temporary</a:t>
            </a:r>
            <a:r>
              <a:rPr lang="de-DE" dirty="0">
                <a:hlinkClick r:id="rId2" action="ppaction://hlinkfile"/>
              </a:rPr>
              <a:t> </a:t>
            </a:r>
            <a:r>
              <a:rPr lang="de-DE" dirty="0" err="1">
                <a:hlinkClick r:id="rId2" action="ppaction://hlinkfile"/>
              </a:rPr>
              <a:t>Tables</a:t>
            </a:r>
            <a:r>
              <a:rPr lang="de-DE" dirty="0">
                <a:hlinkClick r:id="rId2" action="ppaction://hlinkfile"/>
              </a:rPr>
              <a:t> </a:t>
            </a:r>
            <a:r>
              <a:rPr lang="de-DE" dirty="0" err="1">
                <a:hlinkClick r:id="rId2" action="ppaction://hlinkfile"/>
              </a:rPr>
              <a:t>vs</a:t>
            </a:r>
            <a:r>
              <a:rPr lang="de-DE" dirty="0">
                <a:hlinkClick r:id="rId2" action="ppaction://hlinkfile"/>
              </a:rPr>
              <a:t> @</a:t>
            </a:r>
            <a:r>
              <a:rPr lang="de-DE" dirty="0" err="1">
                <a:hlinkClick r:id="rId2" action="ppaction://hlinkfile"/>
              </a:rPr>
              <a:t>TableVariables</a:t>
            </a:r>
            <a:endParaRPr lang="de-DE" dirty="0"/>
          </a:p>
          <a:p>
            <a:r>
              <a:rPr lang="de-DE" dirty="0">
                <a:hlinkClick r:id="rId3" action="ppaction://hlinkfile"/>
              </a:rPr>
              <a:t>update of </a:t>
            </a:r>
            <a:r>
              <a:rPr lang="de-DE" dirty="0" err="1">
                <a:hlinkClick r:id="rId3" action="ppaction://hlinkfile"/>
              </a:rPr>
              <a:t>statistics</a:t>
            </a:r>
            <a:r>
              <a:rPr lang="de-DE" dirty="0">
                <a:hlinkClick r:id="rId3" action="ppaction://hlinkfile"/>
              </a:rPr>
              <a:t> in </a:t>
            </a:r>
            <a:r>
              <a:rPr lang="de-DE" dirty="0" err="1">
                <a:hlinkClick r:id="rId3" action="ppaction://hlinkfile"/>
              </a:rPr>
              <a:t>empty</a:t>
            </a:r>
            <a:r>
              <a:rPr lang="de-DE" dirty="0">
                <a:hlinkClick r:id="rId3" action="ppaction://hlinkfile"/>
              </a:rPr>
              <a:t> </a:t>
            </a:r>
            <a:r>
              <a:rPr lang="de-DE" dirty="0" err="1">
                <a:hlinkClick r:id="rId3" action="ppaction://hlinkfile"/>
              </a:rPr>
              <a:t>tables</a:t>
            </a:r>
            <a:endParaRPr lang="de-DE" dirty="0">
              <a:hlinkClick r:id="rId3" action="ppaction://hlinkfile"/>
            </a:endParaRPr>
          </a:p>
          <a:p>
            <a:r>
              <a:rPr lang="de-DE" dirty="0">
                <a:hlinkClick r:id="rId3" action="ppaction://hlinkfile"/>
              </a:rPr>
              <a:t>update of </a:t>
            </a:r>
            <a:r>
              <a:rPr lang="de-DE" dirty="0" err="1">
                <a:hlinkClick r:id="rId3" action="ppaction://hlinkfile"/>
              </a:rPr>
              <a:t>statistics</a:t>
            </a:r>
            <a:r>
              <a:rPr lang="de-DE" dirty="0">
                <a:hlinkClick r:id="rId3" action="ppaction://hlinkfile"/>
              </a:rPr>
              <a:t> in </a:t>
            </a:r>
            <a:r>
              <a:rPr lang="de-DE" dirty="0" err="1">
                <a:hlinkClick r:id="rId3" action="ppaction://hlinkfile"/>
              </a:rPr>
              <a:t>unique</a:t>
            </a:r>
            <a:r>
              <a:rPr lang="de-DE" dirty="0">
                <a:hlinkClick r:id="rId3" action="ppaction://hlinkfile"/>
              </a:rPr>
              <a:t> </a:t>
            </a:r>
            <a:r>
              <a:rPr lang="de-DE" dirty="0" err="1">
                <a:hlinkClick r:id="rId3" action="ppaction://hlinkfile"/>
              </a:rPr>
              <a:t>indexes</a:t>
            </a:r>
            <a:endParaRPr lang="de-DE" dirty="0"/>
          </a:p>
          <a:p>
            <a:r>
              <a:rPr lang="de-DE" dirty="0" err="1">
                <a:hlinkClick r:id="rId4" action="ppaction://hlinkfile"/>
              </a:rPr>
              <a:t>Filtered</a:t>
            </a:r>
            <a:r>
              <a:rPr lang="de-DE" dirty="0">
                <a:hlinkClick r:id="rId4" action="ppaction://hlinkfile"/>
              </a:rPr>
              <a:t> </a:t>
            </a:r>
            <a:r>
              <a:rPr lang="de-DE" dirty="0" err="1">
                <a:hlinkClick r:id="rId4" action="ppaction://hlinkfile"/>
              </a:rPr>
              <a:t>statistics</a:t>
            </a:r>
            <a:endParaRPr lang="de-DE" dirty="0"/>
          </a:p>
        </p:txBody>
      </p:sp>
    </p:spTree>
    <p:extLst>
      <p:ext uri="{BB962C8B-B14F-4D97-AF65-F5344CB8AC3E}">
        <p14:creationId xmlns:p14="http://schemas.microsoft.com/office/powerpoint/2010/main" val="9567103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dirty="0"/>
              <a:t>Temporary tables vs. Table variables</a:t>
            </a:r>
          </a:p>
        </p:txBody>
      </p:sp>
      <p:sp>
        <p:nvSpPr>
          <p:cNvPr id="3" name="Inhaltsplatzhalter 2"/>
          <p:cNvSpPr>
            <a:spLocks noGrp="1"/>
          </p:cNvSpPr>
          <p:nvPr>
            <p:ph idx="1"/>
          </p:nvPr>
        </p:nvSpPr>
        <p:spPr/>
        <p:txBody>
          <a:bodyPr>
            <a:normAutofit/>
          </a:bodyPr>
          <a:lstStyle/>
          <a:p>
            <a:r>
              <a:rPr lang="en-US" dirty="0"/>
              <a:t>Temporary tables can use statistics</a:t>
            </a:r>
          </a:p>
          <a:p>
            <a:r>
              <a:rPr lang="en-US" dirty="0"/>
              <a:t>Table variables do not have the possibility to store statistics</a:t>
            </a:r>
          </a:p>
          <a:p>
            <a:r>
              <a:rPr lang="en-US" dirty="0"/>
              <a:t>The option RECOMPILE can be used when table variables are used</a:t>
            </a:r>
            <a:br>
              <a:rPr lang="en-US" dirty="0"/>
            </a:br>
            <a:br>
              <a:rPr lang="en-US" dirty="0"/>
            </a:br>
            <a:r>
              <a:rPr lang="en-US" sz="1400" dirty="0">
                <a:hlinkClick r:id="rId3"/>
              </a:rPr>
              <a:t>http://www.db-berater.de/2015/06/temporaere-tabellen-vs-tabellenvariablen/</a:t>
            </a:r>
            <a:endParaRPr lang="en-US" sz="1400" dirty="0"/>
          </a:p>
          <a:p>
            <a:pPr marL="0" indent="0">
              <a:buNone/>
            </a:pPr>
            <a:endParaRPr lang="en-US" dirty="0"/>
          </a:p>
        </p:txBody>
      </p:sp>
      <p:pic>
        <p:nvPicPr>
          <p:cNvPr id="4" name="Inhaltsplatzhalter 3" descr="Don’t wait just download the free demo of 1V0-604 practice test and ...">
            <a:hlinkClick r:id="rId4" action="ppaction://hlinkfile"/>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12091" y="3939902"/>
            <a:ext cx="1081236" cy="540618"/>
          </a:xfrm>
          <a:prstGeom prst="rect">
            <a:avLst/>
          </a:prstGeom>
        </p:spPr>
      </p:pic>
    </p:spTree>
    <p:extLst>
      <p:ext uri="{BB962C8B-B14F-4D97-AF65-F5344CB8AC3E}">
        <p14:creationId xmlns:p14="http://schemas.microsoft.com/office/powerpoint/2010/main" val="1653972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dirty="0"/>
              <a:t>empty tables / unique indexes</a:t>
            </a:r>
          </a:p>
        </p:txBody>
      </p:sp>
      <p:sp>
        <p:nvSpPr>
          <p:cNvPr id="3" name="Inhaltsplatzhalter 2"/>
          <p:cNvSpPr>
            <a:spLocks noGrp="1"/>
          </p:cNvSpPr>
          <p:nvPr>
            <p:ph idx="1"/>
          </p:nvPr>
        </p:nvSpPr>
        <p:spPr/>
        <p:txBody>
          <a:bodyPr>
            <a:normAutofit/>
          </a:bodyPr>
          <a:lstStyle/>
          <a:p>
            <a:r>
              <a:rPr lang="en-US" dirty="0"/>
              <a:t>When a table is empty no histogram data will be stored in the statistics</a:t>
            </a:r>
          </a:p>
          <a:p>
            <a:r>
              <a:rPr lang="en-US" dirty="0"/>
              <a:t>If the execution plan is „safe“ (the number of returned records is predictable!) no histogram data will be loaded again into memory and the existing execution plan from the cache is used!</a:t>
            </a:r>
          </a:p>
          <a:p>
            <a:r>
              <a:rPr lang="en-US" dirty="0"/>
              <a:t>If the execution plan is „unsafe“ (the number of returned records is NOT predictable!) the histogram data will be loaded again into the memory after an update of outdated statistics!</a:t>
            </a:r>
          </a:p>
        </p:txBody>
      </p:sp>
      <p:pic>
        <p:nvPicPr>
          <p:cNvPr id="4" name="Inhaltsplatzhalter 3" descr="Don’t wait just download the free demo of 1V0-604 practice test and ...">
            <a:hlinkClick r:id="rId2" action="ppaction://hlinkfile"/>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2091" y="3939902"/>
            <a:ext cx="1081236" cy="540618"/>
          </a:xfrm>
          <a:prstGeom prst="rect">
            <a:avLst/>
          </a:prstGeom>
        </p:spPr>
      </p:pic>
      <p:pic>
        <p:nvPicPr>
          <p:cNvPr id="5" name="Inhaltsplatzhalter 3" descr="Don’t wait just download the free demo of 1V0-604 practice test and ...">
            <a:hlinkClick r:id="rId2" action="ppaction://hlinkfile"/>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4491" y="4092302"/>
            <a:ext cx="1081236" cy="540618"/>
          </a:xfrm>
          <a:prstGeom prst="rect">
            <a:avLst/>
          </a:prstGeom>
        </p:spPr>
      </p:pic>
    </p:spTree>
    <p:extLst>
      <p:ext uri="{BB962C8B-B14F-4D97-AF65-F5344CB8AC3E}">
        <p14:creationId xmlns:p14="http://schemas.microsoft.com/office/powerpoint/2010/main" val="1896475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Maintenance of statistics</a:t>
            </a:r>
          </a:p>
        </p:txBody>
      </p:sp>
      <p:sp>
        <p:nvSpPr>
          <p:cNvPr id="3" name="Inhaltsplatzhalter 2"/>
          <p:cNvSpPr>
            <a:spLocks noGrp="1"/>
          </p:cNvSpPr>
          <p:nvPr>
            <p:ph idx="1"/>
          </p:nvPr>
        </p:nvSpPr>
        <p:spPr/>
        <p:txBody>
          <a:bodyPr>
            <a:normAutofit/>
          </a:bodyPr>
          <a:lstStyle/>
          <a:p>
            <a:r>
              <a:rPr lang="en-US" dirty="0"/>
              <a:t>Statistics have to be updated </a:t>
            </a:r>
            <a:r>
              <a:rPr lang="en-US" dirty="0" err="1"/>
              <a:t>regulary</a:t>
            </a:r>
            <a:r>
              <a:rPr lang="en-US" dirty="0"/>
              <a:t> for efficient execution plans</a:t>
            </a:r>
          </a:p>
          <a:p>
            <a:r>
              <a:rPr lang="en-US" dirty="0"/>
              <a:t>Statistics will be recreated / updated by the following conditions:</a:t>
            </a:r>
          </a:p>
          <a:p>
            <a:pPr lvl="1"/>
            <a:r>
              <a:rPr lang="en-US" dirty="0"/>
              <a:t>Creation / Rebuild of an index</a:t>
            </a:r>
          </a:p>
          <a:p>
            <a:pPr lvl="1"/>
            <a:r>
              <a:rPr lang="en-US" dirty="0"/>
              <a:t>Execution of </a:t>
            </a:r>
            <a:r>
              <a:rPr lang="en-US" dirty="0" err="1"/>
              <a:t>sp_updatestats</a:t>
            </a:r>
            <a:endParaRPr lang="en-US" dirty="0"/>
          </a:p>
          <a:p>
            <a:pPr lvl="1"/>
            <a:r>
              <a:rPr lang="en-US" dirty="0"/>
              <a:t>Execution of UPDATE STATISTICS</a:t>
            </a:r>
          </a:p>
          <a:p>
            <a:pPr lvl="1"/>
            <a:r>
              <a:rPr lang="en-US" dirty="0"/>
              <a:t>Automatic updated</a:t>
            </a:r>
          </a:p>
          <a:p>
            <a:r>
              <a:rPr lang="en-US" dirty="0"/>
              <a:t>Recommendation</a:t>
            </a:r>
          </a:p>
          <a:p>
            <a:pPr lvl="1"/>
            <a:r>
              <a:rPr lang="en-US" dirty="0">
                <a:hlinkClick r:id="rId2"/>
              </a:rPr>
              <a:t>http://ola.hallengren.com</a:t>
            </a:r>
            <a:endParaRPr lang="en-US" dirty="0"/>
          </a:p>
        </p:txBody>
      </p:sp>
    </p:spTree>
    <p:extLst>
      <p:ext uri="{BB962C8B-B14F-4D97-AF65-F5344CB8AC3E}">
        <p14:creationId xmlns:p14="http://schemas.microsoft.com/office/powerpoint/2010/main" val="766496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el 3"/>
          <p:cNvSpPr>
            <a:spLocks noGrp="1"/>
          </p:cNvSpPr>
          <p:nvPr>
            <p:ph type="ctrTitle"/>
          </p:nvPr>
        </p:nvSpPr>
        <p:spPr/>
        <p:txBody>
          <a:bodyPr/>
          <a:lstStyle/>
          <a:p>
            <a:r>
              <a:rPr lang="de-DE"/>
              <a:t>Thank you!</a:t>
            </a:r>
            <a:endParaRPr lang="de-DE" dirty="0"/>
          </a:p>
        </p:txBody>
      </p:sp>
      <p:sp>
        <p:nvSpPr>
          <p:cNvPr id="8195" name="Untertitel 4"/>
          <p:cNvSpPr>
            <a:spLocks noGrp="1"/>
          </p:cNvSpPr>
          <p:nvPr>
            <p:ph type="subTitle" idx="1"/>
          </p:nvPr>
        </p:nvSpPr>
        <p:spPr/>
        <p:txBody>
          <a:bodyPr/>
          <a:lstStyle/>
          <a:p>
            <a:r>
              <a:rPr lang="de-DE"/>
              <a:t>Uwe Ricken</a:t>
            </a:r>
            <a:endParaRPr lang="de-DE" dirty="0"/>
          </a:p>
        </p:txBody>
      </p:sp>
      <p:sp>
        <p:nvSpPr>
          <p:cNvPr id="3" name="Textfeld 2"/>
          <p:cNvSpPr txBox="1"/>
          <p:nvPr/>
        </p:nvSpPr>
        <p:spPr>
          <a:xfrm>
            <a:off x="1143000" y="4840003"/>
            <a:ext cx="944724" cy="346249"/>
          </a:xfrm>
          <a:prstGeom prst="rect">
            <a:avLst/>
          </a:prstGeom>
          <a:noFill/>
        </p:spPr>
        <p:txBody>
          <a:bodyPr wrap="square" lIns="68580" tIns="34290" rIns="68580" bIns="34290" rtlCol="0">
            <a:spAutoFit/>
          </a:bodyPr>
          <a:lstStyle/>
          <a:p>
            <a:r>
              <a:rPr lang="de-DE" dirty="0">
                <a:solidFill>
                  <a:schemeClr val="bg1"/>
                </a:solidFill>
                <a:latin typeface="Segoe UI Light" panose="020B0502040204020203" pitchFamily="34" charset="0"/>
                <a:cs typeface="Segoe UI Light" panose="020B0502040204020203" pitchFamily="34" charset="0"/>
              </a:rPr>
              <a:t>Partner:</a:t>
            </a:r>
          </a:p>
        </p:txBody>
      </p:sp>
    </p:spTree>
    <p:extLst>
      <p:ext uri="{BB962C8B-B14F-4D97-AF65-F5344CB8AC3E}">
        <p14:creationId xmlns:p14="http://schemas.microsoft.com/office/powerpoint/2010/main" val="262823617"/>
      </p:ext>
    </p:extLst>
  </p:cSld>
  <p:clrMapOvr>
    <a:masterClrMapping/>
  </p:clrMapOvr>
</p:sld>
</file>

<file path=ppt/theme/theme1.xml><?xml version="1.0" encoding="utf-8"?>
<a:theme xmlns:a="http://schemas.openxmlformats.org/drawingml/2006/main" name="db-berater">
  <a:themeElements>
    <a:clrScheme name="Larissa">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enutzerdefiniert 2">
      <a:majorFont>
        <a:latin typeface="Segoe UI"/>
        <a:ea typeface=""/>
        <a:cs typeface=""/>
      </a:majorFont>
      <a:minorFont>
        <a:latin typeface="Segoe UI"/>
        <a:ea typeface=""/>
        <a:cs typeface=""/>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db-berater" id="{A415B4FD-AA9B-4461-AC2B-36ED5617A0E3}" vid="{018F950C-F5FA-4D6B-B0C1-0DCF0BD05116}"/>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1101</Words>
  <Application>Microsoft Office PowerPoint</Application>
  <PresentationFormat>Bildschirmpräsentation (16:9)</PresentationFormat>
  <Paragraphs>181</Paragraphs>
  <Slides>22</Slides>
  <Notes>2</Notes>
  <HiddenSlides>1</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22</vt:i4>
      </vt:variant>
    </vt:vector>
  </HeadingPairs>
  <TitlesOfParts>
    <vt:vector size="29" baseType="lpstr">
      <vt:lpstr>Arial</vt:lpstr>
      <vt:lpstr>Calibri</vt:lpstr>
      <vt:lpstr>Cascadia Mono</vt:lpstr>
      <vt:lpstr>Lucida Console</vt:lpstr>
      <vt:lpstr>Segoe UI</vt:lpstr>
      <vt:lpstr>Segoe UI Light</vt:lpstr>
      <vt:lpstr>db-berater</vt:lpstr>
      <vt:lpstr>Statistics in SQL Server</vt:lpstr>
      <vt:lpstr>Links for this Session/Workshop</vt:lpstr>
      <vt:lpstr>Uwe Ricken db Berater GmbH</vt:lpstr>
      <vt:lpstr>Agenda</vt:lpstr>
      <vt:lpstr>Introduction to Statistics</vt:lpstr>
      <vt:lpstr>Overview of Statistics in SQL Server</vt:lpstr>
      <vt:lpstr>Database Settings</vt:lpstr>
      <vt:lpstr>Database Settings</vt:lpstr>
      <vt:lpstr>Basics of Statistics</vt:lpstr>
      <vt:lpstr>Basics of Statistics</vt:lpstr>
      <vt:lpstr>Basics of Statistics</vt:lpstr>
      <vt:lpstr>Triggering Update of Statistics</vt:lpstr>
      <vt:lpstr>Basics of Statistics</vt:lpstr>
      <vt:lpstr>Automatic Update of Statistics</vt:lpstr>
      <vt:lpstr>Understanding Statistics Objects</vt:lpstr>
      <vt:lpstr>Organization of statistics</vt:lpstr>
      <vt:lpstr>Usage of statistics objects</vt:lpstr>
      <vt:lpstr>Background information about statistics</vt:lpstr>
      <vt:lpstr>Temporary tables vs. Table variables</vt:lpstr>
      <vt:lpstr>empty tables / unique indexes</vt:lpstr>
      <vt:lpstr>Maintenance of statistics</vt:lpstr>
      <vt:lpstr>Thank you!</vt:lpstr>
    </vt:vector>
  </TitlesOfParts>
  <Company>db Berater GmbH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SQL Server Statistiken</dc:title>
  <dc:creator>Uwe Ricken</dc:creator>
  <cp:lastModifiedBy>Uwe Ricken</cp:lastModifiedBy>
  <cp:revision>150</cp:revision>
  <dcterms:created xsi:type="dcterms:W3CDTF">2015-03-20T13:47:00Z</dcterms:created>
  <dcterms:modified xsi:type="dcterms:W3CDTF">2025-01-11T06:19:59Z</dcterms:modified>
</cp:coreProperties>
</file>